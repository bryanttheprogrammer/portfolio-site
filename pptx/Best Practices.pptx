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D8D20-7603-495B-A137-C47E0211946E}" v="48" dt="2022-03-05T18:22:58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t Hayden" userId="2473e66a41a6a8bf" providerId="LiveId" clId="{0A4D8D20-7603-495B-A137-C47E0211946E}"/>
    <pc:docChg chg="undo custSel addSld delSld modSld sldOrd">
      <pc:chgData name="Bryant Hayden" userId="2473e66a41a6a8bf" providerId="LiveId" clId="{0A4D8D20-7603-495B-A137-C47E0211946E}" dt="2022-03-05T18:22:54.751" v="498" actId="33524"/>
      <pc:docMkLst>
        <pc:docMk/>
      </pc:docMkLst>
      <pc:sldChg chg="modSp mod">
        <pc:chgData name="Bryant Hayden" userId="2473e66a41a6a8bf" providerId="LiveId" clId="{0A4D8D20-7603-495B-A137-C47E0211946E}" dt="2022-02-28T03:00:00.564" v="86" actId="20577"/>
        <pc:sldMkLst>
          <pc:docMk/>
          <pc:sldMk cId="489274949" sldId="256"/>
        </pc:sldMkLst>
        <pc:spChg chg="mod">
          <ac:chgData name="Bryant Hayden" userId="2473e66a41a6a8bf" providerId="LiveId" clId="{0A4D8D20-7603-495B-A137-C47E0211946E}" dt="2022-02-28T02:58:34.204" v="65" actId="404"/>
          <ac:spMkLst>
            <pc:docMk/>
            <pc:sldMk cId="489274949" sldId="256"/>
            <ac:spMk id="2" creationId="{0560E821-47B1-4C64-AA4F-7E960C470894}"/>
          </ac:spMkLst>
        </pc:spChg>
        <pc:spChg chg="mod">
          <ac:chgData name="Bryant Hayden" userId="2473e66a41a6a8bf" providerId="LiveId" clId="{0A4D8D20-7603-495B-A137-C47E0211946E}" dt="2022-02-28T03:00:00.564" v="86" actId="20577"/>
          <ac:spMkLst>
            <pc:docMk/>
            <pc:sldMk cId="489274949" sldId="256"/>
            <ac:spMk id="3" creationId="{35DB6AAF-17B8-4F41-922D-9FEA21D3E40F}"/>
          </ac:spMkLst>
        </pc:spChg>
      </pc:sldChg>
      <pc:sldChg chg="addSp delSp modSp new del mod modClrScheme chgLayout">
        <pc:chgData name="Bryant Hayden" userId="2473e66a41a6a8bf" providerId="LiveId" clId="{0A4D8D20-7603-495B-A137-C47E0211946E}" dt="2022-03-05T18:22:32.981" v="497" actId="2696"/>
        <pc:sldMkLst>
          <pc:docMk/>
          <pc:sldMk cId="3705990298" sldId="257"/>
        </pc:sldMkLst>
        <pc:spChg chg="del mod ord">
          <ac:chgData name="Bryant Hayden" userId="2473e66a41a6a8bf" providerId="LiveId" clId="{0A4D8D20-7603-495B-A137-C47E0211946E}" dt="2022-02-28T02:58:08.250" v="59" actId="700"/>
          <ac:spMkLst>
            <pc:docMk/>
            <pc:sldMk cId="3705990298" sldId="257"/>
            <ac:spMk id="2" creationId="{7D2F035E-0D72-451D-A367-8A1FC725F23A}"/>
          </ac:spMkLst>
        </pc:spChg>
        <pc:spChg chg="add del mod ord">
          <ac:chgData name="Bryant Hayden" userId="2473e66a41a6a8bf" providerId="LiveId" clId="{0A4D8D20-7603-495B-A137-C47E0211946E}" dt="2022-02-28T03:13:29.956" v="435" actId="700"/>
          <ac:spMkLst>
            <pc:docMk/>
            <pc:sldMk cId="3705990298" sldId="257"/>
            <ac:spMk id="3" creationId="{AFB9AF4E-FA01-4EA0-A7FE-E0869450823E}"/>
          </ac:spMkLst>
        </pc:spChg>
        <pc:spChg chg="add del mod ord">
          <ac:chgData name="Bryant Hayden" userId="2473e66a41a6a8bf" providerId="LiveId" clId="{0A4D8D20-7603-495B-A137-C47E0211946E}" dt="2022-02-28T02:58:11.649" v="60"/>
          <ac:spMkLst>
            <pc:docMk/>
            <pc:sldMk cId="3705990298" sldId="257"/>
            <ac:spMk id="4" creationId="{8378B930-DAA3-46B6-B75D-46DB243071AC}"/>
          </ac:spMkLst>
        </pc:spChg>
        <pc:spChg chg="add del mod">
          <ac:chgData name="Bryant Hayden" userId="2473e66a41a6a8bf" providerId="LiveId" clId="{0A4D8D20-7603-495B-A137-C47E0211946E}" dt="2022-02-28T03:13:29.956" v="435" actId="700"/>
          <ac:spMkLst>
            <pc:docMk/>
            <pc:sldMk cId="3705990298" sldId="257"/>
            <ac:spMk id="5" creationId="{527B2200-50FC-40B9-8A82-ABF09F939B25}"/>
          </ac:spMkLst>
        </pc:spChg>
        <pc:spChg chg="add mod ord">
          <ac:chgData name="Bryant Hayden" userId="2473e66a41a6a8bf" providerId="LiveId" clId="{0A4D8D20-7603-495B-A137-C47E0211946E}" dt="2022-02-28T03:15:52.918" v="460" actId="403"/>
          <ac:spMkLst>
            <pc:docMk/>
            <pc:sldMk cId="3705990298" sldId="257"/>
            <ac:spMk id="6" creationId="{5A88D7B5-C4AD-46E1-A4EB-0ABB13A72CA1}"/>
          </ac:spMkLst>
        </pc:spChg>
        <pc:picChg chg="add del mod">
          <ac:chgData name="Bryant Hayden" userId="2473e66a41a6a8bf" providerId="LiveId" clId="{0A4D8D20-7603-495B-A137-C47E0211946E}" dt="2022-02-28T03:13:26.144" v="434" actId="478"/>
          <ac:picMkLst>
            <pc:docMk/>
            <pc:sldMk cId="3705990298" sldId="257"/>
            <ac:picMk id="1026" creationId="{9C8A6151-F265-4D41-942D-B4B0857F478C}"/>
          </ac:picMkLst>
        </pc:picChg>
      </pc:sldChg>
      <pc:sldChg chg="addSp delSp modSp new mod ord modClrScheme chgLayout">
        <pc:chgData name="Bryant Hayden" userId="2473e66a41a6a8bf" providerId="LiveId" clId="{0A4D8D20-7603-495B-A137-C47E0211946E}" dt="2022-02-28T06:22:52.979" v="480" actId="12084"/>
        <pc:sldMkLst>
          <pc:docMk/>
          <pc:sldMk cId="994321567" sldId="258"/>
        </pc:sldMkLst>
        <pc:spChg chg="del mod ord">
          <ac:chgData name="Bryant Hayden" userId="2473e66a41a6a8bf" providerId="LiveId" clId="{0A4D8D20-7603-495B-A137-C47E0211946E}" dt="2022-02-28T02:59:19.645" v="70" actId="700"/>
          <ac:spMkLst>
            <pc:docMk/>
            <pc:sldMk cId="994321567" sldId="258"/>
            <ac:spMk id="2" creationId="{2163B695-7EB2-4D67-9512-CE900FC39639}"/>
          </ac:spMkLst>
        </pc:spChg>
        <pc:spChg chg="add mod ord">
          <ac:chgData name="Bryant Hayden" userId="2473e66a41a6a8bf" providerId="LiveId" clId="{0A4D8D20-7603-495B-A137-C47E0211946E}" dt="2022-02-28T06:22:52.217" v="479" actId="26606"/>
          <ac:spMkLst>
            <pc:docMk/>
            <pc:sldMk cId="994321567" sldId="258"/>
            <ac:spMk id="3" creationId="{C73DB119-6AA2-4CD4-822A-57ABE4A3D6FE}"/>
          </ac:spMkLst>
        </pc:spChg>
        <pc:spChg chg="add del mod ord">
          <ac:chgData name="Bryant Hayden" userId="2473e66a41a6a8bf" providerId="LiveId" clId="{0A4D8D20-7603-495B-A137-C47E0211946E}" dt="2022-02-28T06:22:52.979" v="480" actId="12084"/>
          <ac:spMkLst>
            <pc:docMk/>
            <pc:sldMk cId="994321567" sldId="258"/>
            <ac:spMk id="4" creationId="{F4DB9244-59F6-4998-AD73-7C0058ADF1CE}"/>
          </ac:spMkLst>
        </pc:spChg>
        <pc:spChg chg="add del mod">
          <ac:chgData name="Bryant Hayden" userId="2473e66a41a6a8bf" providerId="LiveId" clId="{0A4D8D20-7603-495B-A137-C47E0211946E}" dt="2022-02-28T06:22:43.310" v="475" actId="26606"/>
          <ac:spMkLst>
            <pc:docMk/>
            <pc:sldMk cId="994321567" sldId="258"/>
            <ac:spMk id="8" creationId="{B1B219E2-6B8C-4E5C-95EC-353C34E6D7C5}"/>
          </ac:spMkLst>
        </pc:spChg>
        <pc:spChg chg="add del mod">
          <ac:chgData name="Bryant Hayden" userId="2473e66a41a6a8bf" providerId="LiveId" clId="{0A4D8D20-7603-495B-A137-C47E0211946E}" dt="2022-02-28T06:22:46.434" v="477" actId="26606"/>
          <ac:spMkLst>
            <pc:docMk/>
            <pc:sldMk cId="994321567" sldId="258"/>
            <ac:spMk id="10" creationId="{ACD3E668-A4DE-41D2-846E-46DDB74F4B49}"/>
          </ac:spMkLst>
        </pc:spChg>
        <pc:spChg chg="add del mod">
          <ac:chgData name="Bryant Hayden" userId="2473e66a41a6a8bf" providerId="LiveId" clId="{0A4D8D20-7603-495B-A137-C47E0211946E}" dt="2022-02-28T06:22:52.217" v="479" actId="26606"/>
          <ac:spMkLst>
            <pc:docMk/>
            <pc:sldMk cId="994321567" sldId="258"/>
            <ac:spMk id="12" creationId="{9599F0C2-C6E9-4968-8144-5EC8E70F4FA7}"/>
          </ac:spMkLst>
        </pc:spChg>
        <pc:graphicFrameChg chg="add del mod modGraphic">
          <ac:chgData name="Bryant Hayden" userId="2473e66a41a6a8bf" providerId="LiveId" clId="{0A4D8D20-7603-495B-A137-C47E0211946E}" dt="2022-02-28T06:22:52.979" v="480" actId="12084"/>
          <ac:graphicFrameMkLst>
            <pc:docMk/>
            <pc:sldMk cId="994321567" sldId="258"/>
            <ac:graphicFrameMk id="2" creationId="{681CA802-7094-4CB7-946A-8806C806F31B}"/>
          </ac:graphicFrameMkLst>
        </pc:graphicFrameChg>
      </pc:sldChg>
      <pc:sldChg chg="addSp delSp modSp new mod modClrScheme chgLayout">
        <pc:chgData name="Bryant Hayden" userId="2473e66a41a6a8bf" providerId="LiveId" clId="{0A4D8D20-7603-495B-A137-C47E0211946E}" dt="2022-03-05T18:20:46.590" v="494" actId="404"/>
        <pc:sldMkLst>
          <pc:docMk/>
          <pc:sldMk cId="1294680259" sldId="259"/>
        </pc:sldMkLst>
        <pc:spChg chg="mod ord">
          <ac:chgData name="Bryant Hayden" userId="2473e66a41a6a8bf" providerId="LiveId" clId="{0A4D8D20-7603-495B-A137-C47E0211946E}" dt="2022-03-05T18:20:46.590" v="494" actId="404"/>
          <ac:spMkLst>
            <pc:docMk/>
            <pc:sldMk cId="1294680259" sldId="259"/>
            <ac:spMk id="2" creationId="{E71DB2D5-B7E1-4C4E-B63A-CD7753578DB6}"/>
          </ac:spMkLst>
        </pc:spChg>
        <pc:spChg chg="del mod ord">
          <ac:chgData name="Bryant Hayden" userId="2473e66a41a6a8bf" providerId="LiveId" clId="{0A4D8D20-7603-495B-A137-C47E0211946E}" dt="2022-02-28T03:02:08.164" v="279" actId="700"/>
          <ac:spMkLst>
            <pc:docMk/>
            <pc:sldMk cId="1294680259" sldId="259"/>
            <ac:spMk id="3" creationId="{7CB628FA-B33F-44F9-A065-34BF844DB17E}"/>
          </ac:spMkLst>
        </pc:spChg>
        <pc:spChg chg="add del mod ord">
          <ac:chgData name="Bryant Hayden" userId="2473e66a41a6a8bf" providerId="LiveId" clId="{0A4D8D20-7603-495B-A137-C47E0211946E}" dt="2022-02-28T03:02:27.485" v="280"/>
          <ac:spMkLst>
            <pc:docMk/>
            <pc:sldMk cId="1294680259" sldId="259"/>
            <ac:spMk id="4" creationId="{EA134324-3566-4DF4-A850-1B6DC55530E8}"/>
          </ac:spMkLst>
        </pc:spChg>
        <pc:spChg chg="add del mod ord">
          <ac:chgData name="Bryant Hayden" userId="2473e66a41a6a8bf" providerId="LiveId" clId="{0A4D8D20-7603-495B-A137-C47E0211946E}" dt="2022-02-28T03:02:30.229" v="281" actId="26606"/>
          <ac:spMkLst>
            <pc:docMk/>
            <pc:sldMk cId="1294680259" sldId="259"/>
            <ac:spMk id="5" creationId="{A8F5CCAB-C184-4456-9F5A-FBD14A431E47}"/>
          </ac:spMkLst>
        </pc:spChg>
        <pc:spChg chg="add del mod">
          <ac:chgData name="Bryant Hayden" userId="2473e66a41a6a8bf" providerId="LiveId" clId="{0A4D8D20-7603-495B-A137-C47E0211946E}" dt="2022-02-28T03:05:27.923" v="309" actId="478"/>
          <ac:spMkLst>
            <pc:docMk/>
            <pc:sldMk cId="1294680259" sldId="259"/>
            <ac:spMk id="6" creationId="{B05E1133-B396-45C4-93BD-576B2C9BEBA1}"/>
          </ac:spMkLst>
        </pc:spChg>
        <pc:spChg chg="add mod">
          <ac:chgData name="Bryant Hayden" userId="2473e66a41a6a8bf" providerId="LiveId" clId="{0A4D8D20-7603-495B-A137-C47E0211946E}" dt="2022-03-05T18:20:35.482" v="484" actId="404"/>
          <ac:spMkLst>
            <pc:docMk/>
            <pc:sldMk cId="1294680259" sldId="259"/>
            <ac:spMk id="71" creationId="{7E1FBFB3-FABF-4515-AE6C-2C0E1C92FB29}"/>
          </ac:spMkLst>
        </pc:spChg>
        <pc:picChg chg="add del mod">
          <ac:chgData name="Bryant Hayden" userId="2473e66a41a6a8bf" providerId="LiveId" clId="{0A4D8D20-7603-495B-A137-C47E0211946E}" dt="2022-02-28T03:05:19.668" v="307" actId="478"/>
          <ac:picMkLst>
            <pc:docMk/>
            <pc:sldMk cId="1294680259" sldId="259"/>
            <ac:picMk id="9218" creationId="{23D2875F-6330-496C-99AF-2C8E3D07EBF9}"/>
          </ac:picMkLst>
        </pc:picChg>
        <pc:picChg chg="add del mod">
          <ac:chgData name="Bryant Hayden" userId="2473e66a41a6a8bf" providerId="LiveId" clId="{0A4D8D20-7603-495B-A137-C47E0211946E}" dt="2022-02-28T03:05:10.124" v="304"/>
          <ac:picMkLst>
            <pc:docMk/>
            <pc:sldMk cId="1294680259" sldId="259"/>
            <ac:picMk id="9220" creationId="{B77DB3E8-72EE-4839-A296-61F77BDCF709}"/>
          </ac:picMkLst>
        </pc:picChg>
        <pc:picChg chg="add mod">
          <ac:chgData name="Bryant Hayden" userId="2473e66a41a6a8bf" providerId="LiveId" clId="{0A4D8D20-7603-495B-A137-C47E0211946E}" dt="2022-02-28T03:05:23.278" v="308" actId="1076"/>
          <ac:picMkLst>
            <pc:docMk/>
            <pc:sldMk cId="1294680259" sldId="259"/>
            <ac:picMk id="9222" creationId="{09D7F4F0-4B5E-4049-9C9F-413610483E91}"/>
          </ac:picMkLst>
        </pc:picChg>
      </pc:sldChg>
      <pc:sldChg chg="addSp delSp modSp new mod ord modClrScheme chgLayout">
        <pc:chgData name="Bryant Hayden" userId="2473e66a41a6a8bf" providerId="LiveId" clId="{0A4D8D20-7603-495B-A137-C47E0211946E}" dt="2022-03-05T18:22:54.751" v="498" actId="33524"/>
        <pc:sldMkLst>
          <pc:docMk/>
          <pc:sldMk cId="26349459" sldId="260"/>
        </pc:sldMkLst>
        <pc:spChg chg="mod ord">
          <ac:chgData name="Bryant Hayden" userId="2473e66a41a6a8bf" providerId="LiveId" clId="{0A4D8D20-7603-495B-A137-C47E0211946E}" dt="2022-02-28T03:08:11.796" v="361" actId="26606"/>
          <ac:spMkLst>
            <pc:docMk/>
            <pc:sldMk cId="26349459" sldId="260"/>
            <ac:spMk id="2" creationId="{F1B520C7-9511-4932-9DE8-3C7EE0C55F00}"/>
          </ac:spMkLst>
        </pc:spChg>
        <pc:spChg chg="del mod ord">
          <ac:chgData name="Bryant Hayden" userId="2473e66a41a6a8bf" providerId="LiveId" clId="{0A4D8D20-7603-495B-A137-C47E0211946E}" dt="2022-02-28T03:06:20.751" v="349" actId="700"/>
          <ac:spMkLst>
            <pc:docMk/>
            <pc:sldMk cId="26349459" sldId="260"/>
            <ac:spMk id="3" creationId="{8418E6BC-995A-4E0D-A568-87FD6D052096}"/>
          </ac:spMkLst>
        </pc:spChg>
        <pc:spChg chg="add del mod ord">
          <ac:chgData name="Bryant Hayden" userId="2473e66a41a6a8bf" providerId="LiveId" clId="{0A4D8D20-7603-495B-A137-C47E0211946E}" dt="2022-02-28T03:08:07.636" v="360"/>
          <ac:spMkLst>
            <pc:docMk/>
            <pc:sldMk cId="26349459" sldId="260"/>
            <ac:spMk id="4" creationId="{641E84BA-5ACA-4013-A447-EF47400B2188}"/>
          </ac:spMkLst>
        </pc:spChg>
        <pc:spChg chg="add mod ord">
          <ac:chgData name="Bryant Hayden" userId="2473e66a41a6a8bf" providerId="LiveId" clId="{0A4D8D20-7603-495B-A137-C47E0211946E}" dt="2022-03-05T18:22:54.751" v="498" actId="33524"/>
          <ac:spMkLst>
            <pc:docMk/>
            <pc:sldMk cId="26349459" sldId="260"/>
            <ac:spMk id="5" creationId="{640DDA09-5BF4-446D-BE02-DC9AE309ACD6}"/>
          </ac:spMkLst>
        </pc:spChg>
        <pc:picChg chg="add mod">
          <ac:chgData name="Bryant Hayden" userId="2473e66a41a6a8bf" providerId="LiveId" clId="{0A4D8D20-7603-495B-A137-C47E0211946E}" dt="2022-02-28T03:08:13.449" v="362" actId="27614"/>
          <ac:picMkLst>
            <pc:docMk/>
            <pc:sldMk cId="26349459" sldId="260"/>
            <ac:picMk id="10242" creationId="{F6BCCA6B-544F-4F3B-BFF5-A33D3007D7E7}"/>
          </ac:picMkLst>
        </pc:picChg>
      </pc:sldChg>
      <pc:sldChg chg="modSp new mod">
        <pc:chgData name="Bryant Hayden" userId="2473e66a41a6a8bf" providerId="LiveId" clId="{0A4D8D20-7603-495B-A137-C47E0211946E}" dt="2022-02-28T03:16:57.830" v="470"/>
        <pc:sldMkLst>
          <pc:docMk/>
          <pc:sldMk cId="2224523719" sldId="261"/>
        </pc:sldMkLst>
        <pc:spChg chg="mod">
          <ac:chgData name="Bryant Hayden" userId="2473e66a41a6a8bf" providerId="LiveId" clId="{0A4D8D20-7603-495B-A137-C47E0211946E}" dt="2022-02-28T03:08:40.215" v="371" actId="20577"/>
          <ac:spMkLst>
            <pc:docMk/>
            <pc:sldMk cId="2224523719" sldId="261"/>
            <ac:spMk id="2" creationId="{CB3A1D05-23F2-41E0-B440-D420CBD64E10}"/>
          </ac:spMkLst>
        </pc:spChg>
        <pc:spChg chg="mod">
          <ac:chgData name="Bryant Hayden" userId="2473e66a41a6a8bf" providerId="LiveId" clId="{0A4D8D20-7603-495B-A137-C47E0211946E}" dt="2022-02-28T03:16:57.830" v="470"/>
          <ac:spMkLst>
            <pc:docMk/>
            <pc:sldMk cId="2224523719" sldId="261"/>
            <ac:spMk id="3" creationId="{8C76154B-2BD2-4FF3-8648-0719CDD739C2}"/>
          </ac:spMkLst>
        </pc:spChg>
      </pc:sldChg>
      <pc:sldChg chg="new del">
        <pc:chgData name="Bryant Hayden" userId="2473e66a41a6a8bf" providerId="LiveId" clId="{0A4D8D20-7603-495B-A137-C47E0211946E}" dt="2022-02-28T03:08:22.448" v="365" actId="2696"/>
        <pc:sldMkLst>
          <pc:docMk/>
          <pc:sldMk cId="1295000036" sldId="262"/>
        </pc:sldMkLst>
      </pc:sldChg>
      <pc:sldChg chg="modSp add mod">
        <pc:chgData name="Bryant Hayden" userId="2473e66a41a6a8bf" providerId="LiveId" clId="{0A4D8D20-7603-495B-A137-C47E0211946E}" dt="2022-03-05T18:21:19.994" v="496" actId="404"/>
        <pc:sldMkLst>
          <pc:docMk/>
          <pc:sldMk cId="1712477130" sldId="262"/>
        </pc:sldMkLst>
        <pc:spChg chg="mod">
          <ac:chgData name="Bryant Hayden" userId="2473e66a41a6a8bf" providerId="LiveId" clId="{0A4D8D20-7603-495B-A137-C47E0211946E}" dt="2022-03-05T18:21:19.994" v="496" actId="404"/>
          <ac:spMkLst>
            <pc:docMk/>
            <pc:sldMk cId="1712477130" sldId="262"/>
            <ac:spMk id="2" creationId="{CB3A1D05-23F2-41E0-B440-D420CBD64E10}"/>
          </ac:spMkLst>
        </pc:spChg>
        <pc:spChg chg="mod">
          <ac:chgData name="Bryant Hayden" userId="2473e66a41a6a8bf" providerId="LiveId" clId="{0A4D8D20-7603-495B-A137-C47E0211946E}" dt="2022-02-28T03:16:53.809" v="469"/>
          <ac:spMkLst>
            <pc:docMk/>
            <pc:sldMk cId="1712477130" sldId="262"/>
            <ac:spMk id="3" creationId="{8C76154B-2BD2-4FF3-8648-0719CDD739C2}"/>
          </ac:spMkLst>
        </pc:spChg>
      </pc:sldChg>
      <pc:sldChg chg="modSp add mod">
        <pc:chgData name="Bryant Hayden" userId="2473e66a41a6a8bf" providerId="LiveId" clId="{0A4D8D20-7603-495B-A137-C47E0211946E}" dt="2022-02-28T03:16:43.392" v="468" actId="12"/>
        <pc:sldMkLst>
          <pc:docMk/>
          <pc:sldMk cId="4119294069" sldId="263"/>
        </pc:sldMkLst>
        <pc:spChg chg="mod">
          <ac:chgData name="Bryant Hayden" userId="2473e66a41a6a8bf" providerId="LiveId" clId="{0A4D8D20-7603-495B-A137-C47E0211946E}" dt="2022-02-28T03:09:16.097" v="396" actId="20577"/>
          <ac:spMkLst>
            <pc:docMk/>
            <pc:sldMk cId="4119294069" sldId="263"/>
            <ac:spMk id="2" creationId="{CB3A1D05-23F2-41E0-B440-D420CBD64E10}"/>
          </ac:spMkLst>
        </pc:spChg>
        <pc:spChg chg="mod">
          <ac:chgData name="Bryant Hayden" userId="2473e66a41a6a8bf" providerId="LiveId" clId="{0A4D8D20-7603-495B-A137-C47E0211946E}" dt="2022-02-28T03:16:43.392" v="468" actId="12"/>
          <ac:spMkLst>
            <pc:docMk/>
            <pc:sldMk cId="4119294069" sldId="263"/>
            <ac:spMk id="3" creationId="{8C76154B-2BD2-4FF3-8648-0719CDD739C2}"/>
          </ac:spMkLst>
        </pc:spChg>
      </pc:sldChg>
      <pc:sldChg chg="new del">
        <pc:chgData name="Bryant Hayden" userId="2473e66a41a6a8bf" providerId="LiveId" clId="{0A4D8D20-7603-495B-A137-C47E0211946E}" dt="2022-02-28T03:13:44.679" v="452" actId="680"/>
        <pc:sldMkLst>
          <pc:docMk/>
          <pc:sldMk cId="2060154779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A25B600-3186-47E6-A4BE-622383C2E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59000"/>
            <a:ext cx="12192000" cy="9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2B749DD-7A0D-40D3-8ACB-E0CB247CE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59400"/>
            <a:ext cx="12192000" cy="1625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8D04E47-D907-4299-B89D-3AE3E38AD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56200"/>
            <a:ext cx="12192000" cy="203200"/>
          </a:xfrm>
          <a:prstGeom prst="rect">
            <a:avLst/>
          </a:prstGeom>
          <a:solidFill>
            <a:srgbClr val="9821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600">
              <a:solidFill>
                <a:srgbClr val="000000"/>
              </a:solidFill>
            </a:endParaRPr>
          </a:p>
        </p:txBody>
      </p:sp>
      <p:pic>
        <p:nvPicPr>
          <p:cNvPr id="7" name="Picture 9" descr="PacU_Logo_RGB">
            <a:extLst>
              <a:ext uri="{FF2B5EF4-FFF2-40B4-BE49-F238E27FC236}">
                <a16:creationId xmlns:a16="http://schemas.microsoft.com/office/drawing/2014/main" id="{1CF47744-17BF-4A0C-86D5-C7D4914D7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1" y="5664200"/>
            <a:ext cx="14266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15384" y="3860797"/>
            <a:ext cx="8534400" cy="838200"/>
          </a:xfrm>
        </p:spPr>
        <p:txBody>
          <a:bodyPr/>
          <a:lstStyle>
            <a:lvl1pPr marL="0" indent="0">
              <a:buFontTx/>
              <a:buNone/>
              <a:defRPr sz="2667" i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15384" y="2413001"/>
            <a:ext cx="103632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362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ew Top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B6243-D519-48CB-8E63-E56CC7A09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59000"/>
            <a:ext cx="12192000" cy="9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F84417-5EC7-40F0-90E1-B248C3F6B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59400"/>
            <a:ext cx="12192000" cy="1625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B869C1-E0ED-43CE-BCEB-02AD0D313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56200"/>
            <a:ext cx="12192000" cy="203200"/>
          </a:xfrm>
          <a:prstGeom prst="rect">
            <a:avLst/>
          </a:prstGeom>
          <a:solidFill>
            <a:srgbClr val="9821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600">
              <a:solidFill>
                <a:srgbClr val="000000"/>
              </a:solidFill>
            </a:endParaRPr>
          </a:p>
        </p:txBody>
      </p:sp>
      <p:pic>
        <p:nvPicPr>
          <p:cNvPr id="6" name="Picture 9" descr="PacU_Logo_RGB">
            <a:extLst>
              <a:ext uri="{FF2B5EF4-FFF2-40B4-BE49-F238E27FC236}">
                <a16:creationId xmlns:a16="http://schemas.microsoft.com/office/drawing/2014/main" id="{7A88B6BD-483C-4722-B501-1006AC1A2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1" y="5664200"/>
            <a:ext cx="14266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406400" y="3530601"/>
            <a:ext cx="103632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385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ex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2054D78-995C-4804-B95B-FB2CCA47F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35600"/>
            <a:ext cx="121920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0D899FF-6F9A-420A-B6EC-8AA056567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35600"/>
            <a:ext cx="12192000" cy="101600"/>
          </a:xfrm>
          <a:prstGeom prst="rect">
            <a:avLst/>
          </a:prstGeom>
          <a:solidFill>
            <a:srgbClr val="9821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600">
              <a:solidFill>
                <a:srgbClr val="000000"/>
              </a:solidFill>
            </a:endParaRPr>
          </a:p>
        </p:txBody>
      </p:sp>
      <p:pic>
        <p:nvPicPr>
          <p:cNvPr id="6" name="Picture 9" descr="PacU_Logo_WhiteRev">
            <a:extLst>
              <a:ext uri="{FF2B5EF4-FFF2-40B4-BE49-F238E27FC236}">
                <a16:creationId xmlns:a16="http://schemas.microsoft.com/office/drawing/2014/main" id="{2634A2E3-F629-4E8F-BC09-BD3C1AF42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5803901"/>
            <a:ext cx="1219200" cy="827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20799"/>
            <a:ext cx="10972800" cy="3932767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2741015" indent="-302676"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15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7DFD2E89-6B91-4E1E-A65E-55E085F5C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35600"/>
            <a:ext cx="121920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CD58DAD-6FF0-488C-ADC5-B45D0140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35600"/>
            <a:ext cx="12192000" cy="101600"/>
          </a:xfrm>
          <a:prstGeom prst="rect">
            <a:avLst/>
          </a:prstGeom>
          <a:solidFill>
            <a:srgbClr val="9821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600">
              <a:solidFill>
                <a:srgbClr val="000000"/>
              </a:solidFill>
            </a:endParaRPr>
          </a:p>
        </p:txBody>
      </p:sp>
      <p:pic>
        <p:nvPicPr>
          <p:cNvPr id="7" name="Picture 9" descr="PacU_Logo_WhiteRev">
            <a:extLst>
              <a:ext uri="{FF2B5EF4-FFF2-40B4-BE49-F238E27FC236}">
                <a16:creationId xmlns:a16="http://schemas.microsoft.com/office/drawing/2014/main" id="{3CB5DB63-3332-43C6-83B4-4B5DDBA08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5803901"/>
            <a:ext cx="1219200" cy="827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20799"/>
            <a:ext cx="5384800" cy="3932767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09114"/>
            <a:ext cx="5384800" cy="3944453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272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32616AFD-8116-4646-B078-5FBEAF032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35600"/>
            <a:ext cx="121920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7EE83004-AF2A-445B-991E-2C22DB672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35600"/>
            <a:ext cx="12192000" cy="101600"/>
          </a:xfrm>
          <a:prstGeom prst="rect">
            <a:avLst/>
          </a:prstGeom>
          <a:solidFill>
            <a:srgbClr val="9821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600">
              <a:solidFill>
                <a:srgbClr val="000000"/>
              </a:solidFill>
            </a:endParaRPr>
          </a:p>
        </p:txBody>
      </p:sp>
      <p:pic>
        <p:nvPicPr>
          <p:cNvPr id="8" name="Picture 9" descr="PacU_Logo_WhiteRev">
            <a:extLst>
              <a:ext uri="{FF2B5EF4-FFF2-40B4-BE49-F238E27FC236}">
                <a16:creationId xmlns:a16="http://schemas.microsoft.com/office/drawing/2014/main" id="{FE53C93D-F7FE-475F-87AE-238715CD5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5803901"/>
            <a:ext cx="1219200" cy="827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76768"/>
            <a:ext cx="10972800" cy="7154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006600"/>
            <a:ext cx="6604000" cy="3246965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19E170E-A1F2-4D38-AC0F-0FA126629D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0000" y="2006599"/>
            <a:ext cx="3962400" cy="3246967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F7E353-3A09-4F24-A9CB-C17927BBC4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700" y="1092200"/>
            <a:ext cx="10972800" cy="687917"/>
          </a:xfrm>
        </p:spPr>
        <p:txBody>
          <a:bodyPr/>
          <a:lstStyle>
            <a:lvl1pPr marL="0" indent="0">
              <a:buNone/>
              <a:defRPr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4076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eak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242569A-E9D2-4D12-9256-25A6841C6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35600"/>
            <a:ext cx="121920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784FFCE-BA71-4E83-B4EB-85AB8A147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35600"/>
            <a:ext cx="12192000" cy="101600"/>
          </a:xfrm>
          <a:prstGeom prst="rect">
            <a:avLst/>
          </a:prstGeom>
          <a:solidFill>
            <a:srgbClr val="9821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600">
              <a:solidFill>
                <a:srgbClr val="000000"/>
              </a:solidFill>
            </a:endParaRPr>
          </a:p>
        </p:txBody>
      </p:sp>
      <p:pic>
        <p:nvPicPr>
          <p:cNvPr id="7" name="Picture 9" descr="PacU_Logo_WhiteRev">
            <a:extLst>
              <a:ext uri="{FF2B5EF4-FFF2-40B4-BE49-F238E27FC236}">
                <a16:creationId xmlns:a16="http://schemas.microsoft.com/office/drawing/2014/main" id="{105DE59C-CD51-4F87-88A5-502563758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5803901"/>
            <a:ext cx="1219200" cy="827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4400" y="1295401"/>
            <a:ext cx="8128000" cy="393276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C35EC2E-CCD2-49A0-B1C0-11E6274430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295400"/>
            <a:ext cx="2438400" cy="325120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097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498474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5"/>
            <a:ext cx="4011084" cy="3822696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388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3937000"/>
            <a:ext cx="7315200" cy="566739"/>
          </a:xfrm>
        </p:spPr>
        <p:txBody>
          <a:bodyPr anchor="b"/>
          <a:lstStyle>
            <a:lvl1pPr algn="l">
              <a:defRPr sz="266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6"/>
            <a:ext cx="7315200" cy="3222625"/>
          </a:xfrm>
        </p:spPr>
        <p:txBody>
          <a:bodyPr/>
          <a:lstStyle>
            <a:lvl1pPr marL="0" indent="0">
              <a:buNone/>
              <a:defRPr sz="3733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45037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380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3D541DB-03EC-4C01-B0E0-EC0AA3D1B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61000"/>
            <a:ext cx="121920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7">
            <a:extLst>
              <a:ext uri="{FF2B5EF4-FFF2-40B4-BE49-F238E27FC236}">
                <a16:creationId xmlns:a16="http://schemas.microsoft.com/office/drawing/2014/main" id="{3868B150-0298-4960-8C66-FEF16CCE0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5168"/>
            <a:ext cx="10972800" cy="71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FF7AEB93-BF90-4382-AE5A-6C7B233D0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20801"/>
            <a:ext cx="10972800" cy="3932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5C678C4-8FDF-384B-AB94-BBECF4414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35600"/>
            <a:ext cx="12192000" cy="101600"/>
          </a:xfrm>
          <a:prstGeom prst="rect">
            <a:avLst/>
          </a:prstGeom>
          <a:solidFill>
            <a:srgbClr val="9821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n-US" altLang="en-US" sz="1600">
              <a:solidFill>
                <a:srgbClr val="000000"/>
              </a:solidFill>
            </a:endParaRPr>
          </a:p>
        </p:txBody>
      </p:sp>
      <p:pic>
        <p:nvPicPr>
          <p:cNvPr id="1030" name="Picture 9" descr="PacU_Logo_WhiteRev">
            <a:extLst>
              <a:ext uri="{FF2B5EF4-FFF2-40B4-BE49-F238E27FC236}">
                <a16:creationId xmlns:a16="http://schemas.microsoft.com/office/drawing/2014/main" id="{0802E0CD-7F6C-4F5E-8969-D45C5F3BA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5803901"/>
            <a:ext cx="1219200" cy="827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284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609570" algn="l" rtl="0" eaLnBrk="1" fontAlgn="base" hangingPunct="1"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Arial" charset="0"/>
        </a:defRPr>
      </a:lvl6pPr>
      <a:lvl7pPr marL="1219139" algn="l" rtl="0" eaLnBrk="1" fontAlgn="base" hangingPunct="1"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Arial" charset="0"/>
        </a:defRPr>
      </a:lvl7pPr>
      <a:lvl8pPr marL="1828709" algn="l" rtl="0" eaLnBrk="1" fontAlgn="base" hangingPunct="1"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Arial" charset="0"/>
        </a:defRPr>
      </a:lvl8pPr>
      <a:lvl9pPr marL="2438278" algn="l" rtl="0" eaLnBrk="1" fontAlgn="base" hangingPunct="1">
        <a:spcBef>
          <a:spcPct val="0"/>
        </a:spcBef>
        <a:spcAft>
          <a:spcPct val="0"/>
        </a:spcAft>
        <a:defRPr sz="3733">
          <a:solidFill>
            <a:schemeClr val="tx2"/>
          </a:solidFill>
          <a:latin typeface="Arial" charset="0"/>
        </a:defRPr>
      </a:lvl9pPr>
    </p:titleStyle>
    <p:bodyStyle>
      <a:lvl1pPr marL="455073" indent="-455073" algn="l" rtl="0" eaLnBrk="1" fontAlgn="base" hangingPunct="1">
        <a:spcBef>
          <a:spcPct val="20000"/>
        </a:spcBef>
        <a:spcAft>
          <a:spcPct val="0"/>
        </a:spcAft>
        <a:buChar char="•"/>
        <a:defRPr sz="2667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988459" indent="-378875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521846" indent="-302676" algn="l" rtl="0" eaLnBrk="1" fontAlgn="base" hangingPunct="1">
        <a:spcBef>
          <a:spcPct val="20000"/>
        </a:spcBef>
        <a:spcAft>
          <a:spcPct val="0"/>
        </a:spcAft>
        <a:buChar char="•"/>
        <a:defRPr sz="2133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2131431" indent="-302676" algn="l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867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741015" indent="-30267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3352632" indent="-304784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962202" indent="-304784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4571771" indent="-304784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5181341" indent="-304784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3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DB6AAF-17B8-4F41-922D-9FEA21D3E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69027"/>
            <a:ext cx="12192000" cy="2800061"/>
          </a:xfrm>
        </p:spPr>
        <p:txBody>
          <a:bodyPr/>
          <a:lstStyle/>
          <a:p>
            <a:pPr algn="ctr"/>
            <a:r>
              <a:rPr lang="en-US" sz="2400" dirty="0"/>
              <a:t>Presenters: </a:t>
            </a:r>
          </a:p>
          <a:p>
            <a:pPr algn="ctr"/>
            <a:r>
              <a:rPr lang="en-US" sz="2400" dirty="0"/>
              <a:t>Bryant Hayden (Computer Science, Double Bass) and Jonathan New (Music Education, Violin)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Pacific University String Project</a:t>
            </a:r>
          </a:p>
          <a:p>
            <a:pPr algn="ctr"/>
            <a:r>
              <a:rPr lang="en-US" sz="2400" dirty="0"/>
              <a:t>ASTA National Conference 2022 </a:t>
            </a:r>
          </a:p>
          <a:p>
            <a:pPr algn="ctr"/>
            <a:r>
              <a:rPr lang="en-US" sz="2400" dirty="0"/>
              <a:t>NSPC Best Practices Session</a:t>
            </a:r>
          </a:p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E821-47B1-4C64-AA4F-7E960C470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36" y="-352337"/>
            <a:ext cx="10363200" cy="2341250"/>
          </a:xfrm>
        </p:spPr>
        <p:txBody>
          <a:bodyPr/>
          <a:lstStyle/>
          <a:p>
            <a:pPr algn="ctr"/>
            <a:r>
              <a:rPr lang="en-US" sz="4400" dirty="0"/>
              <a:t>Bow Exercises for Beginning, Intermediate, and Advanced Students</a:t>
            </a:r>
          </a:p>
        </p:txBody>
      </p:sp>
    </p:spTree>
    <p:extLst>
      <p:ext uri="{BB962C8B-B14F-4D97-AF65-F5344CB8AC3E}">
        <p14:creationId xmlns:p14="http://schemas.microsoft.com/office/powerpoint/2010/main" val="48927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3DB119-6AA2-4CD4-822A-57ABE4A3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B9244-59F6-4998-AD73-7C0058ADF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  <a:p>
            <a:r>
              <a:rPr lang="en-US" i="1" dirty="0"/>
              <a:t>System of Springs</a:t>
            </a:r>
          </a:p>
          <a:p>
            <a:r>
              <a:rPr lang="en-US" dirty="0"/>
              <a:t>Bowing Exercises for Beginning Students</a:t>
            </a:r>
          </a:p>
          <a:p>
            <a:r>
              <a:rPr lang="en-US" dirty="0"/>
              <a:t>Bowing Exercises for Intermediate Students</a:t>
            </a:r>
          </a:p>
          <a:p>
            <a:r>
              <a:rPr lang="en-US" dirty="0"/>
              <a:t>Bowing Exercises for Advanced Students</a:t>
            </a:r>
          </a:p>
          <a:p>
            <a:r>
              <a:rPr lang="en-US" dirty="0"/>
              <a:t>Q&amp;A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321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DB2D5-B7E1-4C4E-B63A-CD7753578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wrap="square" anchor="b">
            <a:normAutofit/>
          </a:bodyPr>
          <a:lstStyle/>
          <a:p>
            <a:r>
              <a:rPr lang="en-US" sz="3200" dirty="0"/>
              <a:t>Introductions</a:t>
            </a:r>
            <a:endParaRPr lang="en-US" dirty="0"/>
          </a:p>
        </p:txBody>
      </p: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7E1FBFB3-FABF-4515-AE6C-2C0E1C92F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7" y="1435105"/>
            <a:ext cx="4011084" cy="3822696"/>
          </a:xfrm>
        </p:spPr>
        <p:txBody>
          <a:bodyPr/>
          <a:lstStyle/>
          <a:p>
            <a:r>
              <a:rPr lang="en-US" dirty="0"/>
              <a:t>Bryant Hayden Computer Science, Double Bass </a:t>
            </a:r>
          </a:p>
          <a:p>
            <a:endParaRPr lang="en-US" sz="2400" dirty="0"/>
          </a:p>
          <a:p>
            <a:r>
              <a:rPr lang="en-US" dirty="0"/>
              <a:t>Jonathan New Music Education, Violin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09D7F4F0-4B5E-4049-9C9F-413610483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528" y="651765"/>
            <a:ext cx="5172075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68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20C7-9511-4932-9DE8-3C7EE0C5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5168"/>
            <a:ext cx="10972800" cy="715433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i="1" dirty="0"/>
              <a:t>System of Springs</a:t>
            </a:r>
          </a:p>
        </p:txBody>
      </p:sp>
      <p:pic>
        <p:nvPicPr>
          <p:cNvPr id="10242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6BCCA6B-544F-4F3B-BFF5-A33D3007D7E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5881" y="1320800"/>
            <a:ext cx="3932238" cy="39322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0DDA09-5BF4-446D-BE02-DC9AE309A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309114"/>
            <a:ext cx="5384800" cy="3944453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“To understand the functioning of the bow, one must realize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from the very outset that the whole right arm technique is based on a system of springs.”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(Galamian, 1985, 44)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1D05-23F2-41E0-B440-D420CBD6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Bowing Exercises for Beginning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6154B-2BD2-4FF3-8648-0719CDD739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Objectives: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/>
              <a:t>Exercises: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F7C9-D52B-4BB4-B54E-D531C9E595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2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1D05-23F2-41E0-B440-D420CBD6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Bowing Exercises for Intermediate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6154B-2BD2-4FF3-8648-0719CDD739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Objectives: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Exercises: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F7C9-D52B-4BB4-B54E-D531C9E595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77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1D05-23F2-41E0-B440-D420CBD6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Bowing Exercises for Advanced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6154B-2BD2-4FF3-8648-0719CDD739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Objectives: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Exercises: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F7C9-D52B-4BB4-B54E-D531C9E595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9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BB14C0-DFFA-4884-A4BA-83F7BDE8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3D3B00-A0F8-4217-8243-4DAB5F8B4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11500" dirty="0">
                <a:latin typeface="Brush Script MT" panose="030608020404060703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81276687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Template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PowerPoint_All-Staff Meeting Template_16-9</Template>
  <TotalTime>29</TotalTime>
  <Words>152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Brush Script MT</vt:lpstr>
      <vt:lpstr>Courier New</vt:lpstr>
      <vt:lpstr>Verdana</vt:lpstr>
      <vt:lpstr>PowerPoint_Template_</vt:lpstr>
      <vt:lpstr>Bow Exercises for Beginning, Intermediate, and Advanced Students</vt:lpstr>
      <vt:lpstr>Overview </vt:lpstr>
      <vt:lpstr>Introductions</vt:lpstr>
      <vt:lpstr>System of Springs</vt:lpstr>
      <vt:lpstr>Bowing Exercises for Beginning Students</vt:lpstr>
      <vt:lpstr>Bowing Exercises for Intermediate Students</vt:lpstr>
      <vt:lpstr>Bowing Exercises for Advanced Students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Bryant Hayden</dc:creator>
  <cp:lastModifiedBy>Bryant Hayden</cp:lastModifiedBy>
  <cp:revision>1</cp:revision>
  <dcterms:created xsi:type="dcterms:W3CDTF">2022-02-28T02:55:02Z</dcterms:created>
  <dcterms:modified xsi:type="dcterms:W3CDTF">2022-03-05T18:23:03Z</dcterms:modified>
</cp:coreProperties>
</file>