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2" r:id="rId3"/>
    <p:sldId id="261" r:id="rId4"/>
    <p:sldId id="263" r:id="rId5"/>
    <p:sldId id="257" r:id="rId6"/>
    <p:sldId id="258" r:id="rId7"/>
    <p:sldId id="259" r:id="rId8"/>
    <p:sldId id="260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002" autoAdjust="0"/>
    <p:restoredTop sz="94660"/>
  </p:normalViewPr>
  <p:slideViewPr>
    <p:cSldViewPr snapToGrid="0">
      <p:cViewPr>
        <p:scale>
          <a:sx n="100" d="100"/>
          <a:sy n="100" d="100"/>
        </p:scale>
        <p:origin x="1050" y="3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theme" Target="theme/theme1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12" Type="http://schemas.openxmlformats.org/officeDocument/2006/relationships/viewProps" Target="viewProps.xml" /><Relationship Id="rId2" Type="http://schemas.openxmlformats.org/officeDocument/2006/relationships/slide" Target="slides/slide1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presProps" Target="presProps.xml" /><Relationship Id="rId5" Type="http://schemas.openxmlformats.org/officeDocument/2006/relationships/slide" Target="slides/slide4.xml" /><Relationship Id="rId15" Type="http://schemas.microsoft.com/office/2016/11/relationships/changesInfo" Target="changesInfos/changesInfo1.xml" /><Relationship Id="rId10" Type="http://schemas.openxmlformats.org/officeDocument/2006/relationships/slide" Target="slides/slide9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tableStyles" Target="tableStyles.xml" 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ryant Hayden" userId="2473e66a41a6a8bf" providerId="LiveId" clId="{ABA1AFAE-CD1F-4048-94E3-04591168C3FB}"/>
    <pc:docChg chg="modSld">
      <pc:chgData name="Bryant Hayden" userId="2473e66a41a6a8bf" providerId="LiveId" clId="{ABA1AFAE-CD1F-4048-94E3-04591168C3FB}" dt="2021-10-04T17:32:03.751" v="17" actId="20577"/>
      <pc:docMkLst>
        <pc:docMk/>
      </pc:docMkLst>
      <pc:sldChg chg="modSp">
        <pc:chgData name="Bryant Hayden" userId="2473e66a41a6a8bf" providerId="LiveId" clId="{ABA1AFAE-CD1F-4048-94E3-04591168C3FB}" dt="2021-10-04T17:32:03.751" v="17" actId="20577"/>
        <pc:sldMkLst>
          <pc:docMk/>
          <pc:sldMk cId="3593252770" sldId="256"/>
        </pc:sldMkLst>
        <pc:spChg chg="mod">
          <ac:chgData name="Bryant Hayden" userId="2473e66a41a6a8bf" providerId="LiveId" clId="{ABA1AFAE-CD1F-4048-94E3-04591168C3FB}" dt="2021-10-04T17:32:03.751" v="17" actId="20577"/>
          <ac:spMkLst>
            <pc:docMk/>
            <pc:sldMk cId="3593252770" sldId="256"/>
            <ac:spMk id="3" creationId="{E4F4A5A3-2B55-4E6E-BFEB-29BEDD0E018E}"/>
          </ac:spMkLst>
        </pc:spChg>
      </pc:sldChg>
      <pc:sldChg chg="modSp">
        <pc:chgData name="Bryant Hayden" userId="2473e66a41a6a8bf" providerId="LiveId" clId="{ABA1AFAE-CD1F-4048-94E3-04591168C3FB}" dt="2021-10-04T17:29:41.084" v="0" actId="20577"/>
        <pc:sldMkLst>
          <pc:docMk/>
          <pc:sldMk cId="3214681292" sldId="257"/>
        </pc:sldMkLst>
        <pc:spChg chg="mod">
          <ac:chgData name="Bryant Hayden" userId="2473e66a41a6a8bf" providerId="LiveId" clId="{ABA1AFAE-CD1F-4048-94E3-04591168C3FB}" dt="2021-10-04T17:29:41.084" v="0" actId="20577"/>
          <ac:spMkLst>
            <pc:docMk/>
            <pc:sldMk cId="3214681292" sldId="257"/>
            <ac:spMk id="2" creationId="{EA622F39-E23D-4502-AE23-6696543A93E9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CFB3EA-AADA-4B9D-BC96-C41ED3EB03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74D5B2E-47AC-4004-8CA5-C1CAF6E4638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3F1AC4-6869-40C8-BFD7-1249E835C0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37A51-772E-4F9A-97D6-048CB33D5E21}" type="datetimeFigureOut">
              <a:rPr lang="en-US" smtClean="0"/>
              <a:t>10/4/2021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7E5630-B0D8-4333-BF6C-74F33C914C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04031C-C662-4AA7-84BF-89C3ACD7D1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758FF-551C-4999-AE33-957E6FC757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22965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D8FFD-A2F0-4E47-B813-D696DB049D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A17025-78B5-4B0C-B63F-936C1A67F0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2F4924-DD26-4C13-A5F9-036E24261B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37A51-772E-4F9A-97D6-048CB33D5E21}" type="datetimeFigureOut">
              <a:rPr lang="en-US" smtClean="0"/>
              <a:t>10/4/2021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97DA8E-6595-46DD-B8AF-EDD8649C48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00B5BF-4F6E-43D5-83E9-C0476C4577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758FF-551C-4999-AE33-957E6FC757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98221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EF535C-0404-49E0-89BB-0ABB0F1F2C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A4320C-B682-4895-82BF-B6CA8B4DBC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AFBC1B-74A8-4A53-87CE-C04488BA34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37A51-772E-4F9A-97D6-048CB33D5E21}" type="datetimeFigureOut">
              <a:rPr lang="en-US" smtClean="0"/>
              <a:t>10/4/2021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0E3086-AD5D-4FC2-A38F-1401953B94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C69563-A5E8-420C-946F-BC83B7F612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758FF-551C-4999-AE33-957E6FC757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04071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E1FD1D-79FA-4708-B943-E6EF2D1232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6D273A-313A-476C-8016-59AAC6C87D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7F88390-3FCF-45DA-ABD3-FFB03361F8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828C26-DB69-4935-ADCF-9A39EB8A18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37A51-772E-4F9A-97D6-048CB33D5E21}" type="datetimeFigureOut">
              <a:rPr lang="en-US" smtClean="0"/>
              <a:t>10/4/2021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BF76F6-C02F-4F1E-959D-DEEAC14D14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407BB6-5C8F-4152-9B92-1FD6245AEC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758FF-551C-4999-AE33-957E6FC757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01412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169476-0001-4A4C-8176-1DED58904A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079EB0-8120-4B09-9BF0-26A4168FFC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85CF5B-2407-4028-8600-BFEA9E49F6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D059B55-3FC3-4A93-B776-04734AAE43B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2623614-6235-4BBE-A2D9-581E3F7F533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D6F2686-0745-4852-ADEC-0B0C06107F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37A51-772E-4F9A-97D6-048CB33D5E21}" type="datetimeFigureOut">
              <a:rPr lang="en-US" smtClean="0"/>
              <a:t>10/4/2021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7C66841-C8C4-4D36-9E29-22F69E57E0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D93F4C3-5E49-404C-BD1E-654D0A1762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758FF-551C-4999-AE33-957E6FC757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08754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1C8893-8B47-48E7-9263-D9877D6C57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9F9A1F6-7677-450E-B759-6FAE87FAE0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37A51-772E-4F9A-97D6-048CB33D5E21}" type="datetimeFigureOut">
              <a:rPr lang="en-US" smtClean="0"/>
              <a:t>10/4/2021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64D1DFA-B987-4B45-81F4-1BA2DDA74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97FFC98-1B55-4BED-91F8-6987DB25CE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758FF-551C-4999-AE33-957E6FC757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82108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0CF5E21-3D72-41A1-AD7A-7660B8C898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37A51-772E-4F9A-97D6-048CB33D5E21}" type="datetimeFigureOut">
              <a:rPr lang="en-US" smtClean="0"/>
              <a:t>10/4/2021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B1DD3A2-904D-4442-BA3B-B8655C54A3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CED57A-44E0-4C38-A4B2-EE0EF46486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758FF-551C-4999-AE33-957E6FC757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04822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525F45-AE57-4976-B352-BEA05062FB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D1900E-CE6B-467F-B4FE-A80DD46C65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8870A5E-F116-4139-A105-B28126F76A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6F06F9-AC10-4D4C-846F-3D1B767261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37A51-772E-4F9A-97D6-048CB33D5E21}" type="datetimeFigureOut">
              <a:rPr lang="en-US" smtClean="0"/>
              <a:t>10/4/2021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D6F19B-AC27-4332-8135-6DB5AA8BAA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BD5036-3990-4400-8148-4B74CCAC59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758FF-551C-4999-AE33-957E6FC757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40620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E9A745-FC97-42AB-9BD5-9D7E5B7E67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75334BE-BAEB-4CE6-B75E-A1272A12F16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D91129F-2156-45CB-8F14-B391C17CB1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C76D8B-5EA7-427D-ADCD-041FFEE324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37A51-772E-4F9A-97D6-048CB33D5E21}" type="datetimeFigureOut">
              <a:rPr lang="en-US" smtClean="0"/>
              <a:t>10/4/2021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86C3F6-65DF-4A44-B479-B85BE7709D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460BB7-82A8-4B93-97D8-4244248505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758FF-551C-4999-AE33-957E6FC757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49638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DD03AB-1C9B-4B07-B0A7-0235D3DB1F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700E9EC-01EB-46B4-8427-7869BC6F03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9B4480-3060-4D1D-AE2D-E75D1E45A3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37A51-772E-4F9A-97D6-048CB33D5E21}" type="datetimeFigureOut">
              <a:rPr lang="en-US" smtClean="0"/>
              <a:t>10/4/2021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C0DE95-6B73-402A-8783-3E1591C417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82463F-DBFB-4EA6-9A3D-3EBE146BD2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758FF-551C-4999-AE33-957E6FC757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31452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C04E006-0D1A-4B52-B7C4-6886CA6DEC3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A0E8755-94E1-4805-B9B8-4B4A7012BD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2AFA34-FCC9-4A0D-BB76-8AA0782290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37A51-772E-4F9A-97D6-048CB33D5E21}" type="datetimeFigureOut">
              <a:rPr lang="en-US" smtClean="0"/>
              <a:t>10/4/2021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449B16-2BC8-4EDF-8130-5EF90BDE16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6A5ABF-5E6F-478C-A82D-46A5FA0126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758FF-551C-4999-AE33-957E6FC757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4838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EA857ED-DC01-4000-B9D6-44C90E3AA1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794280-AA5C-4157-A5E5-03AAB4090C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651ED8-06A4-446B-992C-8FD0E040CBE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737A51-772E-4F9A-97D6-048CB33D5E21}" type="datetimeFigureOut">
              <a:rPr lang="en-US" smtClean="0"/>
              <a:t>10/4/2021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272A13-3709-41F4-BA46-0A1F0E354F5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753C40-3432-40F3-A0B6-9FBE300D3B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E758FF-551C-4999-AE33-957E6FC757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69266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 /><Relationship Id="rId2" Type="http://schemas.openxmlformats.org/officeDocument/2006/relationships/image" Target="../media/image1.jpeg" /><Relationship Id="rId1" Type="http://schemas.openxmlformats.org/officeDocument/2006/relationships/slideLayout" Target="../slideLayouts/slideLayout2.xml" 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 /><Relationship Id="rId2" Type="http://schemas.openxmlformats.org/officeDocument/2006/relationships/image" Target="../media/image3.png" /><Relationship Id="rId1" Type="http://schemas.openxmlformats.org/officeDocument/2006/relationships/slideLayout" Target="../slideLayouts/slideLayout2.xml" /><Relationship Id="rId4" Type="http://schemas.openxmlformats.org/officeDocument/2006/relationships/image" Target="../media/image5.png" 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 /><Relationship Id="rId1" Type="http://schemas.openxmlformats.org/officeDocument/2006/relationships/slideLayout" Target="../slideLayouts/slideLayout2.xml" 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 /><Relationship Id="rId1" Type="http://schemas.openxmlformats.org/officeDocument/2006/relationships/slideLayout" Target="../slideLayouts/slideLayout2.xml" 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 /><Relationship Id="rId1" Type="http://schemas.openxmlformats.org/officeDocument/2006/relationships/slideLayout" Target="../slideLayouts/slideLayout2.xml" 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 /><Relationship Id="rId2" Type="http://schemas.openxmlformats.org/officeDocument/2006/relationships/image" Target="../media/image9.jpeg" /><Relationship Id="rId1" Type="http://schemas.openxmlformats.org/officeDocument/2006/relationships/slideLayout" Target="../slideLayouts/slideLayout2.xml" 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 /><Relationship Id="rId1" Type="http://schemas.openxmlformats.org/officeDocument/2006/relationships/slideLayout" Target="../slideLayouts/slideLayout2.xml" 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 /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7A0C5A-4C96-4A7D-B683-189D471EE15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Glove Retainer Mk 1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4F4A5A3-2B55-4E6E-BFEB-29BEDD0E018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Bryant Hayden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32527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9D3A9E89-033E-4C4A-8C41-416DABFFD3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6293361-111E-427D-8E5B-256944AC83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0" cy="275355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D1DD9E2-2BBD-4999-B21F-C4D2769DA7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2964" y="687479"/>
            <a:ext cx="3444240" cy="1574874"/>
          </a:xfrm>
        </p:spPr>
        <p:txBody>
          <a:bodyPr anchor="b">
            <a:normAutofit/>
          </a:bodyPr>
          <a:lstStyle/>
          <a:p>
            <a:r>
              <a:rPr lang="en-US" sz="3200" dirty="0"/>
              <a:t>Inspiration of design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AA1B0023-AE02-498E-AF35-E0BDC77BE4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439912" y="73152"/>
            <a:ext cx="1178966" cy="232963"/>
            <a:chOff x="7763256" y="73152"/>
            <a:chExt cx="1178966" cy="232963"/>
          </a:xfrm>
        </p:grpSpPr>
        <p:sp>
          <p:nvSpPr>
            <p:cNvPr id="19" name="Rectangle 64">
              <a:extLst>
                <a:ext uri="{FF2B5EF4-FFF2-40B4-BE49-F238E27FC236}">
                  <a16:creationId xmlns:a16="http://schemas.microsoft.com/office/drawing/2014/main" id="{53806E12-E3AF-415B-912E-A7ADF55A30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263077" y="73152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66">
              <a:extLst>
                <a:ext uri="{FF2B5EF4-FFF2-40B4-BE49-F238E27FC236}">
                  <a16:creationId xmlns:a16="http://schemas.microsoft.com/office/drawing/2014/main" id="{E02F9BA6-17B4-4B27-8634-3BC8F0303B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263077" y="246888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64">
              <a:extLst>
                <a:ext uri="{FF2B5EF4-FFF2-40B4-BE49-F238E27FC236}">
                  <a16:creationId xmlns:a16="http://schemas.microsoft.com/office/drawing/2014/main" id="{1CD143C8-7B6A-44C8-927F-C9B326BA9A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138122" y="73152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66">
              <a:extLst>
                <a:ext uri="{FF2B5EF4-FFF2-40B4-BE49-F238E27FC236}">
                  <a16:creationId xmlns:a16="http://schemas.microsoft.com/office/drawing/2014/main" id="{6570BF11-63B3-4602-BC94-B4D33A143F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138122" y="246888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64">
              <a:extLst>
                <a:ext uri="{FF2B5EF4-FFF2-40B4-BE49-F238E27FC236}">
                  <a16:creationId xmlns:a16="http://schemas.microsoft.com/office/drawing/2014/main" id="{B6BE628C-83A8-447C-BAC5-0CB57FA519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013167" y="73152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66">
              <a:extLst>
                <a:ext uri="{FF2B5EF4-FFF2-40B4-BE49-F238E27FC236}">
                  <a16:creationId xmlns:a16="http://schemas.microsoft.com/office/drawing/2014/main" id="{A346C3AA-609E-4D9F-BF07-765787C542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013167" y="246888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64">
              <a:extLst>
                <a:ext uri="{FF2B5EF4-FFF2-40B4-BE49-F238E27FC236}">
                  <a16:creationId xmlns:a16="http://schemas.microsoft.com/office/drawing/2014/main" id="{F0BEFC87-1D0B-46DC-9D30-633EE50A15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888211" y="73152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66">
              <a:extLst>
                <a:ext uri="{FF2B5EF4-FFF2-40B4-BE49-F238E27FC236}">
                  <a16:creationId xmlns:a16="http://schemas.microsoft.com/office/drawing/2014/main" id="{7FD17961-08F4-41EC-BB9A-BC315C7B0C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888211" y="246888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64">
              <a:extLst>
                <a:ext uri="{FF2B5EF4-FFF2-40B4-BE49-F238E27FC236}">
                  <a16:creationId xmlns:a16="http://schemas.microsoft.com/office/drawing/2014/main" id="{A500E89C-B48B-41FA-96AD-3FE3E79414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763256" y="73152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66">
              <a:extLst>
                <a:ext uri="{FF2B5EF4-FFF2-40B4-BE49-F238E27FC236}">
                  <a16:creationId xmlns:a16="http://schemas.microsoft.com/office/drawing/2014/main" id="{8CE9C8A0-F795-41E7-B5D8-18CFDEA969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763256" y="246888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ectangle 64">
              <a:extLst>
                <a:ext uri="{FF2B5EF4-FFF2-40B4-BE49-F238E27FC236}">
                  <a16:creationId xmlns:a16="http://schemas.microsoft.com/office/drawing/2014/main" id="{A381868D-890F-42D1-BD24-08C193D5FF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887854" y="73152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Rectangle 66">
              <a:extLst>
                <a:ext uri="{FF2B5EF4-FFF2-40B4-BE49-F238E27FC236}">
                  <a16:creationId xmlns:a16="http://schemas.microsoft.com/office/drawing/2014/main" id="{4B3382AF-FEB9-4C5F-8912-73BD1E5BC0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887854" y="246888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 64">
              <a:extLst>
                <a:ext uri="{FF2B5EF4-FFF2-40B4-BE49-F238E27FC236}">
                  <a16:creationId xmlns:a16="http://schemas.microsoft.com/office/drawing/2014/main" id="{62ABBA1B-CBE6-4257-8585-AA9CDDCD84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762899" y="73152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66">
              <a:extLst>
                <a:ext uri="{FF2B5EF4-FFF2-40B4-BE49-F238E27FC236}">
                  <a16:creationId xmlns:a16="http://schemas.microsoft.com/office/drawing/2014/main" id="{E5D2E8A9-D318-4570-B2FA-74D1B6129A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762899" y="246888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Rectangle 64">
              <a:extLst>
                <a:ext uri="{FF2B5EF4-FFF2-40B4-BE49-F238E27FC236}">
                  <a16:creationId xmlns:a16="http://schemas.microsoft.com/office/drawing/2014/main" id="{7A0E57FA-277E-440E-B625-F3F16E16D6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637944" y="73152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Rectangle 66">
              <a:extLst>
                <a:ext uri="{FF2B5EF4-FFF2-40B4-BE49-F238E27FC236}">
                  <a16:creationId xmlns:a16="http://schemas.microsoft.com/office/drawing/2014/main" id="{E1137B2F-FDA3-4E48-BE8D-E8DB2A70D4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637944" y="246888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Rectangle 64">
              <a:extLst>
                <a:ext uri="{FF2B5EF4-FFF2-40B4-BE49-F238E27FC236}">
                  <a16:creationId xmlns:a16="http://schemas.microsoft.com/office/drawing/2014/main" id="{4921F1AE-73F0-4FB5-AB7C-91C9FFEFE2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512988" y="73152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Rectangle 66">
              <a:extLst>
                <a:ext uri="{FF2B5EF4-FFF2-40B4-BE49-F238E27FC236}">
                  <a16:creationId xmlns:a16="http://schemas.microsoft.com/office/drawing/2014/main" id="{1AA81F72-1A06-4D2B-8442-CCBC037F2C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512988" y="246888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Rectangle 64">
              <a:extLst>
                <a:ext uri="{FF2B5EF4-FFF2-40B4-BE49-F238E27FC236}">
                  <a16:creationId xmlns:a16="http://schemas.microsoft.com/office/drawing/2014/main" id="{3602415E-3837-4177-BBEA-2FE8254709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388033" y="73152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Rectangle 66">
              <a:extLst>
                <a:ext uri="{FF2B5EF4-FFF2-40B4-BE49-F238E27FC236}">
                  <a16:creationId xmlns:a16="http://schemas.microsoft.com/office/drawing/2014/main" id="{3AA77A58-1216-40CD-B3E9-A85199DF76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388033" y="246888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7" name="Picture 6" descr="A picture containing clothing, indoor, blue, bed&#10;&#10;Description automatically generated">
            <a:extLst>
              <a:ext uri="{FF2B5EF4-FFF2-40B4-BE49-F238E27FC236}">
                <a16:creationId xmlns:a16="http://schemas.microsoft.com/office/drawing/2014/main" id="{454C12BC-839D-4177-831E-34EB58F01BF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009" r="1" b="1735"/>
          <a:stretch/>
        </p:blipFill>
        <p:spPr>
          <a:xfrm rot="5400000">
            <a:off x="-631233" y="1536553"/>
            <a:ext cx="5577118" cy="3566160"/>
          </a:xfrm>
          <a:prstGeom prst="rect">
            <a:avLst/>
          </a:prstGeom>
        </p:spPr>
      </p:pic>
      <p:pic>
        <p:nvPicPr>
          <p:cNvPr id="5" name="Content Placeholder 4" descr="A picture containing person, indoor&#10;&#10;Description automatically generated">
            <a:extLst>
              <a:ext uri="{FF2B5EF4-FFF2-40B4-BE49-F238E27FC236}">
                <a16:creationId xmlns:a16="http://schemas.microsoft.com/office/drawing/2014/main" id="{9F9265F8-7B42-496C-A776-0545857CBB5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743" r="1" b="1"/>
          <a:stretch/>
        </p:blipFill>
        <p:spPr>
          <a:xfrm rot="5400000">
            <a:off x="3222911" y="1536553"/>
            <a:ext cx="5577118" cy="3566160"/>
          </a:xfrm>
          <a:prstGeom prst="rect">
            <a:avLst/>
          </a:prstGeom>
        </p:spPr>
      </p:pic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C1F8ECBD-44EE-43C7-89F0-DE4012E47B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42964" y="3155626"/>
            <a:ext cx="3444240" cy="2935176"/>
          </a:xfrm>
        </p:spPr>
        <p:txBody>
          <a:bodyPr anchor="ctr">
            <a:normAutofit/>
          </a:bodyPr>
          <a:lstStyle/>
          <a:p>
            <a:r>
              <a:rPr lang="en-US" sz="1800" dirty="0"/>
              <a:t>Open glove with 4 fingers</a:t>
            </a:r>
          </a:p>
          <a:p>
            <a:r>
              <a:rPr lang="en-US" sz="1800" dirty="0"/>
              <a:t>Vacuum under glove will expand it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78907291-9D6D-4740-81DB-441477BCA2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01384"/>
            <a:ext cx="12192000" cy="35661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48728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7316481C-0A49-4796-812B-0D64F063B7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0887D4D-4101-40EF-A256-80BF07CA1B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6498" y="655128"/>
            <a:ext cx="4613919" cy="149961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200"/>
              <a:t>Design Concept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5271697-90F1-4A23-8EF2-0179F2EAFA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1"/>
            <a:ext cx="606972" cy="3233984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1F49CE81-B2F4-47B2-9D4A-886DCE0A84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88720" y="73152"/>
            <a:ext cx="1178966" cy="232963"/>
            <a:chOff x="7763256" y="73152"/>
            <a:chExt cx="1178966" cy="232963"/>
          </a:xfrm>
        </p:grpSpPr>
        <p:sp>
          <p:nvSpPr>
            <p:cNvPr id="19" name="Rectangle 64">
              <a:extLst>
                <a:ext uri="{FF2B5EF4-FFF2-40B4-BE49-F238E27FC236}">
                  <a16:creationId xmlns:a16="http://schemas.microsoft.com/office/drawing/2014/main" id="{4BE32177-3EAD-42DA-997C-8DAE1BFEE5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263077" y="73152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66">
              <a:extLst>
                <a:ext uri="{FF2B5EF4-FFF2-40B4-BE49-F238E27FC236}">
                  <a16:creationId xmlns:a16="http://schemas.microsoft.com/office/drawing/2014/main" id="{A0DEE160-9825-4DB5-8188-911AC13EA7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263077" y="246888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64">
              <a:extLst>
                <a:ext uri="{FF2B5EF4-FFF2-40B4-BE49-F238E27FC236}">
                  <a16:creationId xmlns:a16="http://schemas.microsoft.com/office/drawing/2014/main" id="{9C5FEDB5-0AEE-40E4-9CA6-6718B956D9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138122" y="73152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66">
              <a:extLst>
                <a:ext uri="{FF2B5EF4-FFF2-40B4-BE49-F238E27FC236}">
                  <a16:creationId xmlns:a16="http://schemas.microsoft.com/office/drawing/2014/main" id="{1A11DF2D-1D4B-45DA-906B-2A1F84C996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138122" y="246888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64">
              <a:extLst>
                <a:ext uri="{FF2B5EF4-FFF2-40B4-BE49-F238E27FC236}">
                  <a16:creationId xmlns:a16="http://schemas.microsoft.com/office/drawing/2014/main" id="{B6A5BAC0-9806-4124-A584-7F924A6589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013167" y="73152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66">
              <a:extLst>
                <a:ext uri="{FF2B5EF4-FFF2-40B4-BE49-F238E27FC236}">
                  <a16:creationId xmlns:a16="http://schemas.microsoft.com/office/drawing/2014/main" id="{A8F6BFA3-38BE-4F0A-94D9-EF0E6EA01A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013167" y="246888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64">
              <a:extLst>
                <a:ext uri="{FF2B5EF4-FFF2-40B4-BE49-F238E27FC236}">
                  <a16:creationId xmlns:a16="http://schemas.microsoft.com/office/drawing/2014/main" id="{BE6BCF21-959F-419E-BCA4-B20AF92EF4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888211" y="73152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66">
              <a:extLst>
                <a:ext uri="{FF2B5EF4-FFF2-40B4-BE49-F238E27FC236}">
                  <a16:creationId xmlns:a16="http://schemas.microsoft.com/office/drawing/2014/main" id="{54B6E037-E222-42EB-9AEB-C45EF2090A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888211" y="246888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64">
              <a:extLst>
                <a:ext uri="{FF2B5EF4-FFF2-40B4-BE49-F238E27FC236}">
                  <a16:creationId xmlns:a16="http://schemas.microsoft.com/office/drawing/2014/main" id="{A0494426-372E-42B8-87E1-170F1B5969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763256" y="73152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66">
              <a:extLst>
                <a:ext uri="{FF2B5EF4-FFF2-40B4-BE49-F238E27FC236}">
                  <a16:creationId xmlns:a16="http://schemas.microsoft.com/office/drawing/2014/main" id="{14DB5AB5-5D73-4375-8CF4-DF4B7A5D7F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763256" y="246888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ectangle 64">
              <a:extLst>
                <a:ext uri="{FF2B5EF4-FFF2-40B4-BE49-F238E27FC236}">
                  <a16:creationId xmlns:a16="http://schemas.microsoft.com/office/drawing/2014/main" id="{009B2A6E-6D36-4A9A-AFAA-CF4D859147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887854" y="73152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Rectangle 66">
              <a:extLst>
                <a:ext uri="{FF2B5EF4-FFF2-40B4-BE49-F238E27FC236}">
                  <a16:creationId xmlns:a16="http://schemas.microsoft.com/office/drawing/2014/main" id="{85DC0718-B29F-47A6-931F-F0EF9FA995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887854" y="246888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 64">
              <a:extLst>
                <a:ext uri="{FF2B5EF4-FFF2-40B4-BE49-F238E27FC236}">
                  <a16:creationId xmlns:a16="http://schemas.microsoft.com/office/drawing/2014/main" id="{AAED958D-AFCC-4BEF-818A-EFF7E41D17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762899" y="73152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66">
              <a:extLst>
                <a:ext uri="{FF2B5EF4-FFF2-40B4-BE49-F238E27FC236}">
                  <a16:creationId xmlns:a16="http://schemas.microsoft.com/office/drawing/2014/main" id="{C216DD5A-D1AE-429E-937E-456A50345E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762899" y="246888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Rectangle 64">
              <a:extLst>
                <a:ext uri="{FF2B5EF4-FFF2-40B4-BE49-F238E27FC236}">
                  <a16:creationId xmlns:a16="http://schemas.microsoft.com/office/drawing/2014/main" id="{A845B253-9DEE-45AC-AADA-FAA6812C39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637944" y="73152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Rectangle 66">
              <a:extLst>
                <a:ext uri="{FF2B5EF4-FFF2-40B4-BE49-F238E27FC236}">
                  <a16:creationId xmlns:a16="http://schemas.microsoft.com/office/drawing/2014/main" id="{CE7B6CBF-757B-4B55-84CB-062B712D38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637944" y="246888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Rectangle 64">
              <a:extLst>
                <a:ext uri="{FF2B5EF4-FFF2-40B4-BE49-F238E27FC236}">
                  <a16:creationId xmlns:a16="http://schemas.microsoft.com/office/drawing/2014/main" id="{2CC28C7A-EF33-43D3-90CD-DCAC92546A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512988" y="73152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Rectangle 66">
              <a:extLst>
                <a:ext uri="{FF2B5EF4-FFF2-40B4-BE49-F238E27FC236}">
                  <a16:creationId xmlns:a16="http://schemas.microsoft.com/office/drawing/2014/main" id="{BC0C9DCF-F15B-4B7A-A16B-37B4335E6B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512988" y="246888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Rectangle 64">
              <a:extLst>
                <a:ext uri="{FF2B5EF4-FFF2-40B4-BE49-F238E27FC236}">
                  <a16:creationId xmlns:a16="http://schemas.microsoft.com/office/drawing/2014/main" id="{94991FD1-406A-4958-87D4-8DFA9FEA4C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388033" y="73152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Rectangle 66">
              <a:extLst>
                <a:ext uri="{FF2B5EF4-FFF2-40B4-BE49-F238E27FC236}">
                  <a16:creationId xmlns:a16="http://schemas.microsoft.com/office/drawing/2014/main" id="{5CD32F69-27AD-4088-877C-E2A40F8B07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388033" y="246888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7" name="Picture 6" descr="Graphical user interface&#10;&#10;Description automatically generated">
            <a:extLst>
              <a:ext uri="{FF2B5EF4-FFF2-40B4-BE49-F238E27FC236}">
                <a16:creationId xmlns:a16="http://schemas.microsoft.com/office/drawing/2014/main" id="{7B647A37-54A7-424F-A9E7-7CAC1CEEBCC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395" t="37882" r="5155" b="30822"/>
          <a:stretch/>
        </p:blipFill>
        <p:spPr>
          <a:xfrm>
            <a:off x="6479837" y="863164"/>
            <a:ext cx="5586942" cy="1550078"/>
          </a:xfrm>
          <a:prstGeom prst="rect">
            <a:avLst/>
          </a:prstGeom>
        </p:spPr>
      </p:pic>
      <p:sp>
        <p:nvSpPr>
          <p:cNvPr id="40" name="Rectangle 39">
            <a:extLst>
              <a:ext uri="{FF2B5EF4-FFF2-40B4-BE49-F238E27FC236}">
                <a16:creationId xmlns:a16="http://schemas.microsoft.com/office/drawing/2014/main" id="{D9F5512A-48E1-4C07-B75E-3CCC517B68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3233984"/>
            <a:ext cx="606972" cy="36240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 descr="Diagram&#10;&#10;Description automatically generated">
            <a:extLst>
              <a:ext uri="{FF2B5EF4-FFF2-40B4-BE49-F238E27FC236}">
                <a16:creationId xmlns:a16="http://schemas.microsoft.com/office/drawing/2014/main" id="{B567CCEE-2D25-4A47-9C13-34C9CB13EB7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050" t="37413" r="17656" b="20719"/>
          <a:stretch/>
        </p:blipFill>
        <p:spPr>
          <a:xfrm>
            <a:off x="812543" y="3558395"/>
            <a:ext cx="5586942" cy="2970527"/>
          </a:xfrm>
          <a:prstGeom prst="rect">
            <a:avLst/>
          </a:prstGeom>
        </p:spPr>
      </p:pic>
      <p:pic>
        <p:nvPicPr>
          <p:cNvPr id="9" name="Picture 8" descr="Graphical user interface&#10;&#10;Description automatically generated">
            <a:extLst>
              <a:ext uri="{FF2B5EF4-FFF2-40B4-BE49-F238E27FC236}">
                <a16:creationId xmlns:a16="http://schemas.microsoft.com/office/drawing/2014/main" id="{889C32E9-9343-4CE4-A5B0-9D19FF944E1E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547" t="22083" r="17109" b="10972"/>
          <a:stretch/>
        </p:blipFill>
        <p:spPr>
          <a:xfrm>
            <a:off x="7101011" y="3315854"/>
            <a:ext cx="4344596" cy="345561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81B8129-4F92-4BCD-99F1-881D632287CA}"/>
              </a:ext>
            </a:extLst>
          </p:cNvPr>
          <p:cNvSpPr txBox="1"/>
          <p:nvPr/>
        </p:nvSpPr>
        <p:spPr>
          <a:xfrm>
            <a:off x="7467600" y="306115"/>
            <a:ext cx="316081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Rail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774C747-EFDE-450D-B9ED-B3FFEEE11D89}"/>
              </a:ext>
            </a:extLst>
          </p:cNvPr>
          <p:cNvSpPr txBox="1"/>
          <p:nvPr/>
        </p:nvSpPr>
        <p:spPr>
          <a:xfrm>
            <a:off x="8105775" y="2706099"/>
            <a:ext cx="21621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Trolley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DEDEE76-17F6-46BB-A3D5-14D34D0083A5}"/>
              </a:ext>
            </a:extLst>
          </p:cNvPr>
          <p:cNvSpPr txBox="1"/>
          <p:nvPr/>
        </p:nvSpPr>
        <p:spPr>
          <a:xfrm>
            <a:off x="1688541" y="2838450"/>
            <a:ext cx="29977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vacuum chamber under base plate hole</a:t>
            </a:r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C3DEA2FB-BA4B-4A6A-A68E-1380BC92B190}"/>
              </a:ext>
            </a:extLst>
          </p:cNvPr>
          <p:cNvSpPr/>
          <p:nvPr/>
        </p:nvSpPr>
        <p:spPr>
          <a:xfrm rot="5071157">
            <a:off x="2694603" y="4037070"/>
            <a:ext cx="2089700" cy="31317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F7FEFD4-71B7-4F76-A628-363129691952}"/>
              </a:ext>
            </a:extLst>
          </p:cNvPr>
          <p:cNvSpPr txBox="1"/>
          <p:nvPr/>
        </p:nvSpPr>
        <p:spPr>
          <a:xfrm>
            <a:off x="730514" y="6139463"/>
            <a:ext cx="29156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Trolley will slide upon rail</a:t>
            </a:r>
          </a:p>
        </p:txBody>
      </p:sp>
    </p:spTree>
    <p:extLst>
      <p:ext uri="{BB962C8B-B14F-4D97-AF65-F5344CB8AC3E}">
        <p14:creationId xmlns:p14="http://schemas.microsoft.com/office/powerpoint/2010/main" val="5477026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729B63-1BE3-447A-BC18-E0D789302E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1013" y="3752849"/>
            <a:ext cx="3290887" cy="2452687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600"/>
              <a:t>Results of Print</a:t>
            </a:r>
          </a:p>
        </p:txBody>
      </p:sp>
      <p:pic>
        <p:nvPicPr>
          <p:cNvPr id="5" name="Content Placeholder 4" descr="A black handgun on a wooden surface&#10;&#10;Description automatically generated with low confidence">
            <a:extLst>
              <a:ext uri="{FF2B5EF4-FFF2-40B4-BE49-F238E27FC236}">
                <a16:creationId xmlns:a16="http://schemas.microsoft.com/office/drawing/2014/main" id="{D584F40F-5EDA-4067-AF58-715D9A28390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411" b="47009"/>
          <a:stretch/>
        </p:blipFill>
        <p:spPr>
          <a:xfrm>
            <a:off x="20" y="10"/>
            <a:ext cx="12191980" cy="3710603"/>
          </a:xfrm>
          <a:custGeom>
            <a:avLst/>
            <a:gdLst/>
            <a:ahLst/>
            <a:cxnLst/>
            <a:rect l="l" t="t" r="r" b="b"/>
            <a:pathLst>
              <a:path w="12192000" h="3692092">
                <a:moveTo>
                  <a:pt x="0" y="0"/>
                </a:moveTo>
                <a:lnTo>
                  <a:pt x="12192000" y="0"/>
                </a:lnTo>
                <a:lnTo>
                  <a:pt x="12192000" y="3504824"/>
                </a:lnTo>
                <a:lnTo>
                  <a:pt x="12024691" y="3517794"/>
                </a:lnTo>
                <a:cubicBezTo>
                  <a:pt x="8077523" y="3783195"/>
                  <a:pt x="4094678" y="3026959"/>
                  <a:pt x="160485" y="3663863"/>
                </a:cubicBezTo>
                <a:lnTo>
                  <a:pt x="0" y="3692092"/>
                </a:lnTo>
                <a:close/>
              </a:path>
            </a:pathLst>
          </a:cu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C349466-53CB-4709-9086-CBA08BE7DCAD}"/>
              </a:ext>
            </a:extLst>
          </p:cNvPr>
          <p:cNvSpPr txBox="1"/>
          <p:nvPr/>
        </p:nvSpPr>
        <p:spPr>
          <a:xfrm>
            <a:off x="4223982" y="3752850"/>
            <a:ext cx="7485413" cy="245268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Plastic on plastic friction when sliding is low - medium.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Trolley doesn’t have as big of range as we might want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Trolley doesn’t slide into rail without flexing plastic of rail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Hook of trolley holds glove when stretched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11354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622F39-E23D-4502-AE23-6696543A93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How big does </a:t>
            </a:r>
            <a:r>
              <a:rPr lang="en-US"/>
              <a:t>the hole </a:t>
            </a:r>
            <a:r>
              <a:rPr lang="en-US" dirty="0"/>
              <a:t>need to be?</a:t>
            </a:r>
          </a:p>
        </p:txBody>
      </p:sp>
      <p:pic>
        <p:nvPicPr>
          <p:cNvPr id="5" name="Content Placeholder 4" descr="A picture containing text, whiteboard&#10;&#10;Description automatically generated">
            <a:extLst>
              <a:ext uri="{FF2B5EF4-FFF2-40B4-BE49-F238E27FC236}">
                <a16:creationId xmlns:a16="http://schemas.microsoft.com/office/drawing/2014/main" id="{E3ED00DE-2DAD-4325-B15D-34B71EC06FB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572941"/>
            <a:ext cx="4352925" cy="3264693"/>
          </a:xfrm>
        </p:spPr>
      </p:pic>
      <p:sp>
        <p:nvSpPr>
          <p:cNvPr id="7" name="Oval 6">
            <a:extLst>
              <a:ext uri="{FF2B5EF4-FFF2-40B4-BE49-F238E27FC236}">
                <a16:creationId xmlns:a16="http://schemas.microsoft.com/office/drawing/2014/main" id="{67F684DC-94D0-4058-9D03-24FF88607CFB}"/>
              </a:ext>
            </a:extLst>
          </p:cNvPr>
          <p:cNvSpPr/>
          <p:nvPr/>
        </p:nvSpPr>
        <p:spPr>
          <a:xfrm>
            <a:off x="5867400" y="3429000"/>
            <a:ext cx="5486400" cy="2584054"/>
          </a:xfrm>
          <a:prstGeom prst="ellipse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21132BD-C974-4D23-9F74-44DA0563A52A}"/>
              </a:ext>
            </a:extLst>
          </p:cNvPr>
          <p:cNvSpPr txBox="1"/>
          <p:nvPr/>
        </p:nvSpPr>
        <p:spPr>
          <a:xfrm>
            <a:off x="6991350" y="4397861"/>
            <a:ext cx="34671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18cm wide</a:t>
            </a:r>
          </a:p>
          <a:p>
            <a:pPr algn="ctr"/>
            <a:r>
              <a:rPr lang="en-US" dirty="0"/>
              <a:t>? Cm tall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78AB435-DDEF-45BE-A1DF-820CC2A58481}"/>
              </a:ext>
            </a:extLst>
          </p:cNvPr>
          <p:cNvSpPr txBox="1"/>
          <p:nvPr/>
        </p:nvSpPr>
        <p:spPr>
          <a:xfrm>
            <a:off x="5524500" y="1809750"/>
            <a:ext cx="58293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Furthest that the glove will stretch ? ≈ 60cm circumference.</a:t>
            </a:r>
          </a:p>
          <a:p>
            <a:endParaRPr lang="en-US" dirty="0"/>
          </a:p>
          <a:p>
            <a:r>
              <a:rPr lang="en-US" dirty="0"/>
              <a:t>How will the hand enter hole?</a:t>
            </a:r>
          </a:p>
          <a:p>
            <a:r>
              <a:rPr lang="en-US" dirty="0"/>
              <a:t>18 cm will get a flat hand through hole.</a:t>
            </a:r>
          </a:p>
        </p:txBody>
      </p:sp>
    </p:spTree>
    <p:extLst>
      <p:ext uri="{BB962C8B-B14F-4D97-AF65-F5344CB8AC3E}">
        <p14:creationId xmlns:p14="http://schemas.microsoft.com/office/powerpoint/2010/main" val="32146812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3AFE8227-C443-417B-BA91-520EB1EF45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"/>
            <a:ext cx="12192000" cy="685799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 descr="A white board with writing on it&#10;&#10;Description automatically generated with medium confidence">
            <a:extLst>
              <a:ext uri="{FF2B5EF4-FFF2-40B4-BE49-F238E27FC236}">
                <a16:creationId xmlns:a16="http://schemas.microsoft.com/office/drawing/2014/main" id="{62AB06A9-5856-4A9F-B370-0AD65113E96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22"/>
          <a:stretch/>
        </p:blipFill>
        <p:spPr>
          <a:xfrm>
            <a:off x="20" y="431"/>
            <a:ext cx="8115280" cy="6408311"/>
          </a:xfrm>
          <a:prstGeom prst="rect">
            <a:avLst/>
          </a:prstGeom>
        </p:spPr>
      </p:pic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4E893B6B-DF76-4941-96C1-1720A9A15E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43193" y="2418408"/>
            <a:ext cx="2942813" cy="354026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/>
              <a:t>Measurements</a:t>
            </a:r>
          </a:p>
          <a:p>
            <a:pPr marL="0" indent="0">
              <a:buNone/>
            </a:pPr>
            <a:endParaRPr lang="en-US" sz="200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07741FC-B544-4A6E-B831-6789D04233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6408741"/>
            <a:ext cx="12191998" cy="457202"/>
          </a:xfrm>
          <a:prstGeom prst="rect">
            <a:avLst/>
          </a:prstGeom>
          <a:gradFill>
            <a:gsLst>
              <a:gs pos="34000">
                <a:srgbClr val="000000">
                  <a:alpha val="96000"/>
                </a:srgbClr>
              </a:gs>
              <a:gs pos="100000">
                <a:schemeClr val="accent1"/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F0BE7ED-7814-4273-B18A-F26CC03803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4" y="6408742"/>
            <a:ext cx="8115300" cy="449258"/>
          </a:xfrm>
          <a:prstGeom prst="rect">
            <a:avLst/>
          </a:prstGeom>
          <a:gradFill>
            <a:gsLst>
              <a:gs pos="28000">
                <a:schemeClr val="accent1">
                  <a:lumMod val="75000"/>
                  <a:alpha val="59000"/>
                </a:schemeClr>
              </a:gs>
              <a:gs pos="100000">
                <a:srgbClr val="000000">
                  <a:alpha val="70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60957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9D3A9E89-033E-4C4A-8C41-416DABFFD3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6293361-111E-427D-8E5B-256944AC83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0" cy="275355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2FEB380-C97C-4E01-AC86-2AA68CAE03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2964" y="687479"/>
            <a:ext cx="3444240" cy="1574874"/>
          </a:xfrm>
        </p:spPr>
        <p:txBody>
          <a:bodyPr anchor="b">
            <a:normAutofit/>
          </a:bodyPr>
          <a:lstStyle/>
          <a:p>
            <a:r>
              <a:rPr lang="en-US" sz="3200"/>
              <a:t>How do we move trolley?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AA1B0023-AE02-498E-AF35-E0BDC77BE4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439912" y="73152"/>
            <a:ext cx="1178966" cy="232963"/>
            <a:chOff x="7763256" y="73152"/>
            <a:chExt cx="1178966" cy="232963"/>
          </a:xfrm>
        </p:grpSpPr>
        <p:sp>
          <p:nvSpPr>
            <p:cNvPr id="28" name="Rectangle 64">
              <a:extLst>
                <a:ext uri="{FF2B5EF4-FFF2-40B4-BE49-F238E27FC236}">
                  <a16:creationId xmlns:a16="http://schemas.microsoft.com/office/drawing/2014/main" id="{53806E12-E3AF-415B-912E-A7ADF55A30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263077" y="73152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ectangle 66">
              <a:extLst>
                <a:ext uri="{FF2B5EF4-FFF2-40B4-BE49-F238E27FC236}">
                  <a16:creationId xmlns:a16="http://schemas.microsoft.com/office/drawing/2014/main" id="{E02F9BA6-17B4-4B27-8634-3BC8F0303B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263077" y="246888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Rectangle 64">
              <a:extLst>
                <a:ext uri="{FF2B5EF4-FFF2-40B4-BE49-F238E27FC236}">
                  <a16:creationId xmlns:a16="http://schemas.microsoft.com/office/drawing/2014/main" id="{1CD143C8-7B6A-44C8-927F-C9B326BA9A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138122" y="73152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 66">
              <a:extLst>
                <a:ext uri="{FF2B5EF4-FFF2-40B4-BE49-F238E27FC236}">
                  <a16:creationId xmlns:a16="http://schemas.microsoft.com/office/drawing/2014/main" id="{6570BF11-63B3-4602-BC94-B4D33A143F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138122" y="246888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64">
              <a:extLst>
                <a:ext uri="{FF2B5EF4-FFF2-40B4-BE49-F238E27FC236}">
                  <a16:creationId xmlns:a16="http://schemas.microsoft.com/office/drawing/2014/main" id="{B6BE628C-83A8-447C-BAC5-0CB57FA519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013167" y="73152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Rectangle 66">
              <a:extLst>
                <a:ext uri="{FF2B5EF4-FFF2-40B4-BE49-F238E27FC236}">
                  <a16:creationId xmlns:a16="http://schemas.microsoft.com/office/drawing/2014/main" id="{A346C3AA-609E-4D9F-BF07-765787C542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013167" y="246888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Rectangle 64">
              <a:extLst>
                <a:ext uri="{FF2B5EF4-FFF2-40B4-BE49-F238E27FC236}">
                  <a16:creationId xmlns:a16="http://schemas.microsoft.com/office/drawing/2014/main" id="{F0BEFC87-1D0B-46DC-9D30-633EE50A15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888211" y="73152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Rectangle 66">
              <a:extLst>
                <a:ext uri="{FF2B5EF4-FFF2-40B4-BE49-F238E27FC236}">
                  <a16:creationId xmlns:a16="http://schemas.microsoft.com/office/drawing/2014/main" id="{7FD17961-08F4-41EC-BB9A-BC315C7B0C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888211" y="246888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Rectangle 64">
              <a:extLst>
                <a:ext uri="{FF2B5EF4-FFF2-40B4-BE49-F238E27FC236}">
                  <a16:creationId xmlns:a16="http://schemas.microsoft.com/office/drawing/2014/main" id="{A500E89C-B48B-41FA-96AD-3FE3E79414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763256" y="73152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Rectangle 66">
              <a:extLst>
                <a:ext uri="{FF2B5EF4-FFF2-40B4-BE49-F238E27FC236}">
                  <a16:creationId xmlns:a16="http://schemas.microsoft.com/office/drawing/2014/main" id="{8CE9C8A0-F795-41E7-B5D8-18CFDEA969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763256" y="246888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Rectangle 64">
              <a:extLst>
                <a:ext uri="{FF2B5EF4-FFF2-40B4-BE49-F238E27FC236}">
                  <a16:creationId xmlns:a16="http://schemas.microsoft.com/office/drawing/2014/main" id="{A381868D-890F-42D1-BD24-08C193D5FF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887854" y="73152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Rectangle 66">
              <a:extLst>
                <a:ext uri="{FF2B5EF4-FFF2-40B4-BE49-F238E27FC236}">
                  <a16:creationId xmlns:a16="http://schemas.microsoft.com/office/drawing/2014/main" id="{4B3382AF-FEB9-4C5F-8912-73BD1E5BC0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887854" y="246888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Rectangle 64">
              <a:extLst>
                <a:ext uri="{FF2B5EF4-FFF2-40B4-BE49-F238E27FC236}">
                  <a16:creationId xmlns:a16="http://schemas.microsoft.com/office/drawing/2014/main" id="{62ABBA1B-CBE6-4257-8585-AA9CDDCD84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762899" y="73152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Rectangle 66">
              <a:extLst>
                <a:ext uri="{FF2B5EF4-FFF2-40B4-BE49-F238E27FC236}">
                  <a16:creationId xmlns:a16="http://schemas.microsoft.com/office/drawing/2014/main" id="{E5D2E8A9-D318-4570-B2FA-74D1B6129A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762899" y="246888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Rectangle 64">
              <a:extLst>
                <a:ext uri="{FF2B5EF4-FFF2-40B4-BE49-F238E27FC236}">
                  <a16:creationId xmlns:a16="http://schemas.microsoft.com/office/drawing/2014/main" id="{7A0E57FA-277E-440E-B625-F3F16E16D6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637944" y="73152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Rectangle 66">
              <a:extLst>
                <a:ext uri="{FF2B5EF4-FFF2-40B4-BE49-F238E27FC236}">
                  <a16:creationId xmlns:a16="http://schemas.microsoft.com/office/drawing/2014/main" id="{E1137B2F-FDA3-4E48-BE8D-E8DB2A70D4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637944" y="246888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Rectangle 64">
              <a:extLst>
                <a:ext uri="{FF2B5EF4-FFF2-40B4-BE49-F238E27FC236}">
                  <a16:creationId xmlns:a16="http://schemas.microsoft.com/office/drawing/2014/main" id="{4921F1AE-73F0-4FB5-AB7C-91C9FFEFE2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512988" y="73152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Rectangle 66">
              <a:extLst>
                <a:ext uri="{FF2B5EF4-FFF2-40B4-BE49-F238E27FC236}">
                  <a16:creationId xmlns:a16="http://schemas.microsoft.com/office/drawing/2014/main" id="{1AA81F72-1A06-4D2B-8442-CCBC037F2C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512988" y="246888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Rectangle 64">
              <a:extLst>
                <a:ext uri="{FF2B5EF4-FFF2-40B4-BE49-F238E27FC236}">
                  <a16:creationId xmlns:a16="http://schemas.microsoft.com/office/drawing/2014/main" id="{3602415E-3837-4177-BBEA-2FE8254709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388033" y="73152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Rectangle 66">
              <a:extLst>
                <a:ext uri="{FF2B5EF4-FFF2-40B4-BE49-F238E27FC236}">
                  <a16:creationId xmlns:a16="http://schemas.microsoft.com/office/drawing/2014/main" id="{3AA77A58-1216-40CD-B3E9-A85199DF76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388033" y="246888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CA642FF-1289-44DC-8C89-8E52AE4DB15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369" r="1" b="7375"/>
          <a:stretch/>
        </p:blipFill>
        <p:spPr>
          <a:xfrm rot="5400000">
            <a:off x="-631233" y="1536553"/>
            <a:ext cx="5577118" cy="356616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9C2B6EB-153B-49F6-BC36-E0F8D91789B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36" r="8008" b="1"/>
          <a:stretch/>
        </p:blipFill>
        <p:spPr>
          <a:xfrm>
            <a:off x="4228390" y="531074"/>
            <a:ext cx="3566160" cy="5577118"/>
          </a:xfrm>
          <a:prstGeom prst="rect">
            <a:avLst/>
          </a:prstGeom>
        </p:spPr>
      </p:pic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B77446EA-75AC-4570-A171-C1EDA8EF2E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42964" y="3155626"/>
            <a:ext cx="3444240" cy="2935176"/>
          </a:xfrm>
        </p:spPr>
        <p:txBody>
          <a:bodyPr anchor="ctr">
            <a:normAutofit/>
          </a:bodyPr>
          <a:lstStyle/>
          <a:p>
            <a:r>
              <a:rPr lang="en-US" sz="1800" dirty="0"/>
              <a:t>Linear Actuator?</a:t>
            </a:r>
          </a:p>
          <a:p>
            <a:r>
              <a:rPr lang="en-US" sz="1800" dirty="0"/>
              <a:t>Rack and pinion?</a:t>
            </a:r>
          </a:p>
          <a:p>
            <a:r>
              <a:rPr lang="en-US" sz="1800" dirty="0"/>
              <a:t>String spool/pulley?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78907291-9D6D-4740-81DB-441477BCA2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01384"/>
            <a:ext cx="12192000" cy="35661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69378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C7DB6D-2FDA-4585-9ACA-F05223E0BE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Orientation of Trolley fingers</a:t>
            </a:r>
          </a:p>
        </p:txBody>
      </p:sp>
      <p:pic>
        <p:nvPicPr>
          <p:cNvPr id="4" name="Content Placeholder 3" descr="Diagram&#10;&#10;Description automatically generated">
            <a:extLst>
              <a:ext uri="{FF2B5EF4-FFF2-40B4-BE49-F238E27FC236}">
                <a16:creationId xmlns:a16="http://schemas.microsoft.com/office/drawing/2014/main" id="{1968D86C-3E89-4364-97A6-7DE526BEE75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601" b="5960"/>
          <a:stretch/>
        </p:blipFill>
        <p:spPr>
          <a:xfrm rot="16200000">
            <a:off x="3495586" y="-384267"/>
            <a:ext cx="4781732" cy="8972551"/>
          </a:xfrm>
          <a:prstGeom prst="rect">
            <a:avLst/>
          </a:prstGeom>
        </p:spPr>
      </p:pic>
      <p:sp>
        <p:nvSpPr>
          <p:cNvPr id="5" name="Arrow: Right 4">
            <a:extLst>
              <a:ext uri="{FF2B5EF4-FFF2-40B4-BE49-F238E27FC236}">
                <a16:creationId xmlns:a16="http://schemas.microsoft.com/office/drawing/2014/main" id="{4E77ABC0-086C-41A8-9D4A-A9CC1275E10E}"/>
              </a:ext>
            </a:extLst>
          </p:cNvPr>
          <p:cNvSpPr/>
          <p:nvPr/>
        </p:nvSpPr>
        <p:spPr>
          <a:xfrm rot="10800000">
            <a:off x="2714625" y="4046262"/>
            <a:ext cx="971550" cy="171450"/>
          </a:xfrm>
          <a:prstGeom prst="rightArrow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1E61D55-DB22-47DE-B5E6-0CF60F68B111}"/>
              </a:ext>
            </a:extLst>
          </p:cNvPr>
          <p:cNvSpPr txBox="1"/>
          <p:nvPr/>
        </p:nvSpPr>
        <p:spPr>
          <a:xfrm>
            <a:off x="4152900" y="1352550"/>
            <a:ext cx="34766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Is one better than the other?</a:t>
            </a:r>
          </a:p>
        </p:txBody>
      </p:sp>
    </p:spTree>
    <p:extLst>
      <p:ext uri="{BB962C8B-B14F-4D97-AF65-F5344CB8AC3E}">
        <p14:creationId xmlns:p14="http://schemas.microsoft.com/office/powerpoint/2010/main" val="1166633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>
            <a:extLst>
              <a:ext uri="{FF2B5EF4-FFF2-40B4-BE49-F238E27FC236}">
                <a16:creationId xmlns:a16="http://schemas.microsoft.com/office/drawing/2014/main" id="{1C45141E-A162-40C1-AEBE-5AF5545512F8}"/>
              </a:ext>
            </a:extLst>
          </p:cNvPr>
          <p:cNvSpPr/>
          <p:nvPr/>
        </p:nvSpPr>
        <p:spPr>
          <a:xfrm>
            <a:off x="5867400" y="3429000"/>
            <a:ext cx="5486400" cy="2584054"/>
          </a:xfrm>
          <a:prstGeom prst="ellipse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937B9CC-C4E8-4F51-AE20-D51FE8BE8EC0}"/>
              </a:ext>
            </a:extLst>
          </p:cNvPr>
          <p:cNvSpPr txBox="1"/>
          <p:nvPr/>
        </p:nvSpPr>
        <p:spPr>
          <a:xfrm>
            <a:off x="6991350" y="4397861"/>
            <a:ext cx="34671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?cm wide</a:t>
            </a:r>
          </a:p>
          <a:p>
            <a:pPr algn="ctr"/>
            <a:r>
              <a:rPr lang="en-US" dirty="0"/>
              <a:t>? Cm tall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8B53744-0092-4F76-89A5-0D6F11B97A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Questions for Team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710B10-50A0-4742-A377-43371457B3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9458325" cy="4351338"/>
          </a:xfrm>
        </p:spPr>
        <p:txBody>
          <a:bodyPr/>
          <a:lstStyle/>
          <a:p>
            <a:r>
              <a:rPr lang="en-US" dirty="0"/>
              <a:t>What is the best way to give linear action to trolleys?</a:t>
            </a:r>
          </a:p>
          <a:p>
            <a:r>
              <a:rPr lang="en-US" dirty="0"/>
              <a:t>What is the optimum shape and size of the stretched glove?</a:t>
            </a:r>
          </a:p>
          <a:p>
            <a:r>
              <a:rPr lang="en-US" dirty="0"/>
              <a:t>How many trolleys should we have? Current design has 4.</a:t>
            </a:r>
          </a:p>
          <a:p>
            <a:endParaRPr lang="en-US" dirty="0"/>
          </a:p>
        </p:txBody>
      </p:sp>
      <p:pic>
        <p:nvPicPr>
          <p:cNvPr id="7" name="Picture 6" descr="Graphical user interface&#10;&#10;Description automatically generated">
            <a:extLst>
              <a:ext uri="{FF2B5EF4-FFF2-40B4-BE49-F238E27FC236}">
                <a16:creationId xmlns:a16="http://schemas.microsoft.com/office/drawing/2014/main" id="{CA36DFF6-A069-4137-BBCB-DBF56F9912D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547" t="22083" r="17109" b="10972"/>
          <a:stretch/>
        </p:blipFill>
        <p:spPr>
          <a:xfrm>
            <a:off x="1266470" y="4001295"/>
            <a:ext cx="2808290" cy="223366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1C28CFA-B5B0-430F-BD40-BA90F40E78B1}"/>
              </a:ext>
            </a:extLst>
          </p:cNvPr>
          <p:cNvSpPr txBox="1"/>
          <p:nvPr/>
        </p:nvSpPr>
        <p:spPr>
          <a:xfrm>
            <a:off x="1473903" y="3604748"/>
            <a:ext cx="20863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Trolley</a:t>
            </a:r>
          </a:p>
        </p:txBody>
      </p:sp>
    </p:spTree>
    <p:extLst>
      <p:ext uri="{BB962C8B-B14F-4D97-AF65-F5344CB8AC3E}">
        <p14:creationId xmlns:p14="http://schemas.microsoft.com/office/powerpoint/2010/main" val="11436531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</TotalTime>
  <Words>193</Words>
  <Application>Microsoft Office PowerPoint</Application>
  <PresentationFormat>Widescreen</PresentationFormat>
  <Paragraphs>35</Paragraphs>
  <Slides>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Glove Retainer Mk 1</vt:lpstr>
      <vt:lpstr>Inspiration of design</vt:lpstr>
      <vt:lpstr>Design Concept</vt:lpstr>
      <vt:lpstr>Results of Print</vt:lpstr>
      <vt:lpstr>How big does the hole need to be?</vt:lpstr>
      <vt:lpstr>PowerPoint Presentation</vt:lpstr>
      <vt:lpstr>How do we move trolley?</vt:lpstr>
      <vt:lpstr>Orientation of Trolley fingers</vt:lpstr>
      <vt:lpstr>Questions for Team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Glove Retainer Mk 1</dc:title>
  <dc:creator>Bryant Hayden</dc:creator>
  <cp:lastModifiedBy>Bryant Hayden</cp:lastModifiedBy>
  <cp:revision>2</cp:revision>
  <dcterms:created xsi:type="dcterms:W3CDTF">2021-10-01T22:04:37Z</dcterms:created>
  <dcterms:modified xsi:type="dcterms:W3CDTF">2021-10-04T17:32:10Z</dcterms:modified>
</cp:coreProperties>
</file>